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3"/>
  </p:notesMasterIdLst>
  <p:sldIdLst>
    <p:sldId id="291" r:id="rId2"/>
    <p:sldId id="295" r:id="rId3"/>
    <p:sldId id="312" r:id="rId4"/>
    <p:sldId id="314" r:id="rId5"/>
    <p:sldId id="284" r:id="rId6"/>
    <p:sldId id="297" r:id="rId7"/>
    <p:sldId id="309" r:id="rId8"/>
    <p:sldId id="298" r:id="rId9"/>
    <p:sldId id="307" r:id="rId10"/>
    <p:sldId id="308" r:id="rId11"/>
    <p:sldId id="313" r:id="rId12"/>
    <p:sldId id="296" r:id="rId13"/>
    <p:sldId id="301" r:id="rId14"/>
    <p:sldId id="302" r:id="rId15"/>
    <p:sldId id="304" r:id="rId16"/>
    <p:sldId id="303" r:id="rId17"/>
    <p:sldId id="315" r:id="rId18"/>
    <p:sldId id="316" r:id="rId19"/>
    <p:sldId id="317" r:id="rId20"/>
    <p:sldId id="311" r:id="rId21"/>
    <p:sldId id="292" r:id="rId22"/>
  </p:sldIdLst>
  <p:sldSz cx="12192000" cy="6858000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Nunito Sans Black" pitchFamily="2" charset="0"/>
      <p:bold r:id="rId25"/>
      <p:boldItalic r:id="rId26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795875-D4D1-AD2C-F6BF-97AA5AB2A44E}" name="Nagy Zsuzsanna" initials="ZN" userId="S::nagy.zsuzsanna@newlandmediahungary.onmicrosoft.com::bf9092ca-e0fb-4b5c-b8eb-1a3a54eb30f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3794"/>
    <a:srgbClr val="3C7C74"/>
    <a:srgbClr val="447467"/>
    <a:srgbClr val="22225C"/>
    <a:srgbClr val="399773"/>
    <a:srgbClr val="333399"/>
    <a:srgbClr val="66CC99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99" autoAdjust="0"/>
    <p:restoredTop sz="94577" autoAdjust="0"/>
  </p:normalViewPr>
  <p:slideViewPr>
    <p:cSldViewPr snapToGrid="0" showGuides="1">
      <p:cViewPr varScale="1">
        <p:scale>
          <a:sx n="101" d="100"/>
          <a:sy n="101" d="100"/>
        </p:scale>
        <p:origin x="57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mitry Pavlyuk" userId="f91152bf-a3e2-452b-90f4-da347c081975" providerId="ADAL" clId="{49358695-B3E6-4A9A-87DB-B34D37EB5010}"/>
    <pc:docChg chg="undo custSel addSld delSld modSld sldOrd">
      <pc:chgData name="Dmitry Pavlyuk" userId="f91152bf-a3e2-452b-90f4-da347c081975" providerId="ADAL" clId="{49358695-B3E6-4A9A-87DB-B34D37EB5010}" dt="2026-05-06T20:13:18.749" v="2317" actId="20577"/>
      <pc:docMkLst>
        <pc:docMk/>
      </pc:docMkLst>
      <pc:sldChg chg="addSp modSp mod">
        <pc:chgData name="Dmitry Pavlyuk" userId="f91152bf-a3e2-452b-90f4-da347c081975" providerId="ADAL" clId="{49358695-B3E6-4A9A-87DB-B34D37EB5010}" dt="2026-05-06T18:29:44.608" v="1030" actId="1035"/>
        <pc:sldMkLst>
          <pc:docMk/>
          <pc:sldMk cId="551014476" sldId="284"/>
        </pc:sldMkLst>
        <pc:spChg chg="add mod ord">
          <ac:chgData name="Dmitry Pavlyuk" userId="f91152bf-a3e2-452b-90f4-da347c081975" providerId="ADAL" clId="{49358695-B3E6-4A9A-87DB-B34D37EB5010}" dt="2026-05-06T18:29:27.497" v="1002" actId="167"/>
          <ac:spMkLst>
            <pc:docMk/>
            <pc:sldMk cId="551014476" sldId="284"/>
            <ac:spMk id="3" creationId="{93EF3CD3-0A0A-6998-5A0B-0C47C1F78DB0}"/>
          </ac:spMkLst>
        </pc:spChg>
        <pc:spChg chg="mod">
          <ac:chgData name="Dmitry Pavlyuk" userId="f91152bf-a3e2-452b-90f4-da347c081975" providerId="ADAL" clId="{49358695-B3E6-4A9A-87DB-B34D37EB5010}" dt="2026-05-06T18:29:44.608" v="1030" actId="1035"/>
          <ac:spMkLst>
            <pc:docMk/>
            <pc:sldMk cId="551014476" sldId="284"/>
            <ac:spMk id="15" creationId="{DC5821C7-8915-676A-572B-35FF0587BA81}"/>
          </ac:spMkLst>
        </pc:spChg>
        <pc:spChg chg="mod">
          <ac:chgData name="Dmitry Pavlyuk" userId="f91152bf-a3e2-452b-90f4-da347c081975" providerId="ADAL" clId="{49358695-B3E6-4A9A-87DB-B34D37EB5010}" dt="2026-05-06T18:29:44.608" v="1030" actId="1035"/>
          <ac:spMkLst>
            <pc:docMk/>
            <pc:sldMk cId="551014476" sldId="284"/>
            <ac:spMk id="16" creationId="{8579B873-B7BA-611A-F9F3-EF77FF1D115F}"/>
          </ac:spMkLst>
        </pc:spChg>
        <pc:spChg chg="mod">
          <ac:chgData name="Dmitry Pavlyuk" userId="f91152bf-a3e2-452b-90f4-da347c081975" providerId="ADAL" clId="{49358695-B3E6-4A9A-87DB-B34D37EB5010}" dt="2026-05-06T18:29:44.608" v="1030" actId="1035"/>
          <ac:spMkLst>
            <pc:docMk/>
            <pc:sldMk cId="551014476" sldId="284"/>
            <ac:spMk id="17" creationId="{6C5A4551-9A78-DE77-885C-CEE978A47A18}"/>
          </ac:spMkLst>
        </pc:spChg>
        <pc:picChg chg="mod">
          <ac:chgData name="Dmitry Pavlyuk" userId="f91152bf-a3e2-452b-90f4-da347c081975" providerId="ADAL" clId="{49358695-B3E6-4A9A-87DB-B34D37EB5010}" dt="2026-05-06T18:29:44.608" v="1030" actId="1035"/>
          <ac:picMkLst>
            <pc:docMk/>
            <pc:sldMk cId="551014476" sldId="284"/>
            <ac:picMk id="9" creationId="{EFE265DD-8DBD-2765-F7AC-2BCB1F56F1BE}"/>
          </ac:picMkLst>
        </pc:picChg>
        <pc:picChg chg="mod">
          <ac:chgData name="Dmitry Pavlyuk" userId="f91152bf-a3e2-452b-90f4-da347c081975" providerId="ADAL" clId="{49358695-B3E6-4A9A-87DB-B34D37EB5010}" dt="2026-05-06T18:29:44.608" v="1030" actId="1035"/>
          <ac:picMkLst>
            <pc:docMk/>
            <pc:sldMk cId="551014476" sldId="284"/>
            <ac:picMk id="11" creationId="{5482ED34-133C-EE96-449D-D70B3CEB2C53}"/>
          </ac:picMkLst>
        </pc:picChg>
        <pc:picChg chg="mod">
          <ac:chgData name="Dmitry Pavlyuk" userId="f91152bf-a3e2-452b-90f4-da347c081975" providerId="ADAL" clId="{49358695-B3E6-4A9A-87DB-B34D37EB5010}" dt="2026-05-06T18:29:44.608" v="1030" actId="1035"/>
          <ac:picMkLst>
            <pc:docMk/>
            <pc:sldMk cId="551014476" sldId="284"/>
            <ac:picMk id="13" creationId="{431F8CAD-50D8-A508-D769-87F016FCC51E}"/>
          </ac:picMkLst>
        </pc:picChg>
      </pc:sldChg>
      <pc:sldChg chg="addSp delSp modSp mod">
        <pc:chgData name="Dmitry Pavlyuk" userId="f91152bf-a3e2-452b-90f4-da347c081975" providerId="ADAL" clId="{49358695-B3E6-4A9A-87DB-B34D37EB5010}" dt="2026-05-02T10:04:36.199" v="455" actId="207"/>
        <pc:sldMkLst>
          <pc:docMk/>
          <pc:sldMk cId="656706419" sldId="293"/>
        </pc:sldMkLst>
      </pc:sldChg>
      <pc:sldChg chg="addSp modSp mod ord">
        <pc:chgData name="Dmitry Pavlyuk" userId="f91152bf-a3e2-452b-90f4-da347c081975" providerId="ADAL" clId="{49358695-B3E6-4A9A-87DB-B34D37EB5010}" dt="2026-05-06T18:25:50.604" v="767" actId="167"/>
        <pc:sldMkLst>
          <pc:docMk/>
          <pc:sldMk cId="2586828428" sldId="295"/>
        </pc:sldMkLst>
        <pc:spChg chg="mod">
          <ac:chgData name="Dmitry Pavlyuk" userId="f91152bf-a3e2-452b-90f4-da347c081975" providerId="ADAL" clId="{49358695-B3E6-4A9A-87DB-B34D37EB5010}" dt="2026-05-06T18:23:05.369" v="674" actId="404"/>
          <ac:spMkLst>
            <pc:docMk/>
            <pc:sldMk cId="2586828428" sldId="295"/>
            <ac:spMk id="2" creationId="{567D6ECB-1B10-1790-79FD-0E5FC719E4C1}"/>
          </ac:spMkLst>
        </pc:spChg>
        <pc:spChg chg="add mod ord">
          <ac:chgData name="Dmitry Pavlyuk" userId="f91152bf-a3e2-452b-90f4-da347c081975" providerId="ADAL" clId="{49358695-B3E6-4A9A-87DB-B34D37EB5010}" dt="2026-05-06T18:25:50.604" v="767" actId="167"/>
          <ac:spMkLst>
            <pc:docMk/>
            <pc:sldMk cId="2586828428" sldId="295"/>
            <ac:spMk id="3" creationId="{BB6EAC1F-4D45-E380-DD0A-604F0591536F}"/>
          </ac:spMkLst>
        </pc:spChg>
        <pc:spChg chg="mod">
          <ac:chgData name="Dmitry Pavlyuk" userId="f91152bf-a3e2-452b-90f4-da347c081975" providerId="ADAL" clId="{49358695-B3E6-4A9A-87DB-B34D37EB5010}" dt="2026-05-06T18:25:17.655" v="766" actId="20577"/>
          <ac:spMkLst>
            <pc:docMk/>
            <pc:sldMk cId="2586828428" sldId="295"/>
            <ac:spMk id="4" creationId="{2D72F78B-A0DD-1FC3-83F0-E942F025C2BA}"/>
          </ac:spMkLst>
        </pc:spChg>
        <pc:spChg chg="mod">
          <ac:chgData name="Dmitry Pavlyuk" userId="f91152bf-a3e2-452b-90f4-da347c081975" providerId="ADAL" clId="{49358695-B3E6-4A9A-87DB-B34D37EB5010}" dt="2026-05-06T18:22:53.862" v="673" actId="404"/>
          <ac:spMkLst>
            <pc:docMk/>
            <pc:sldMk cId="2586828428" sldId="295"/>
            <ac:spMk id="5" creationId="{EE412491-F70D-2ED1-1AD3-74CEF7223127}"/>
          </ac:spMkLst>
        </pc:spChg>
      </pc:sldChg>
      <pc:sldChg chg="addSp delSp modSp mod">
        <pc:chgData name="Dmitry Pavlyuk" userId="f91152bf-a3e2-452b-90f4-da347c081975" providerId="ADAL" clId="{49358695-B3E6-4A9A-87DB-B34D37EB5010}" dt="2026-05-06T18:44:15.242" v="1117" actId="6549"/>
        <pc:sldMkLst>
          <pc:docMk/>
          <pc:sldMk cId="1746250482" sldId="296"/>
        </pc:sldMkLst>
        <pc:spChg chg="mod">
          <ac:chgData name="Dmitry Pavlyuk" userId="f91152bf-a3e2-452b-90f4-da347c081975" providerId="ADAL" clId="{49358695-B3E6-4A9A-87DB-B34D37EB5010}" dt="2026-05-02T09:56:37.259" v="418" actId="207"/>
          <ac:spMkLst>
            <pc:docMk/>
            <pc:sldMk cId="1746250482" sldId="296"/>
            <ac:spMk id="2" creationId="{4AF3FEEE-D26A-DC7D-DC45-C0CDF3A75A41}"/>
          </ac:spMkLst>
        </pc:spChg>
        <pc:spChg chg="mod">
          <ac:chgData name="Dmitry Pavlyuk" userId="f91152bf-a3e2-452b-90f4-da347c081975" providerId="ADAL" clId="{49358695-B3E6-4A9A-87DB-B34D37EB5010}" dt="2026-05-06T18:44:15.242" v="1117" actId="6549"/>
          <ac:spMkLst>
            <pc:docMk/>
            <pc:sldMk cId="1746250482" sldId="296"/>
            <ac:spMk id="3" creationId="{50904622-CEA3-921A-8142-74003AFBDA19}"/>
          </ac:spMkLst>
        </pc:spChg>
        <pc:picChg chg="add mod">
          <ac:chgData name="Dmitry Pavlyuk" userId="f91152bf-a3e2-452b-90f4-da347c081975" providerId="ADAL" clId="{49358695-B3E6-4A9A-87DB-B34D37EB5010}" dt="2026-05-02T09:53:30.064" v="226" actId="1076"/>
          <ac:picMkLst>
            <pc:docMk/>
            <pc:sldMk cId="1746250482" sldId="296"/>
            <ac:picMk id="7" creationId="{C9D399B8-4FA3-8539-7A23-DF603914F561}"/>
          </ac:picMkLst>
        </pc:picChg>
      </pc:sldChg>
      <pc:sldChg chg="modSp mod">
        <pc:chgData name="Dmitry Pavlyuk" userId="f91152bf-a3e2-452b-90f4-da347c081975" providerId="ADAL" clId="{49358695-B3E6-4A9A-87DB-B34D37EB5010}" dt="2026-05-06T18:33:50.766" v="1037" actId="20577"/>
        <pc:sldMkLst>
          <pc:docMk/>
          <pc:sldMk cId="906941333" sldId="297"/>
        </pc:sldMkLst>
        <pc:spChg chg="mod">
          <ac:chgData name="Dmitry Pavlyuk" userId="f91152bf-a3e2-452b-90f4-da347c081975" providerId="ADAL" clId="{49358695-B3E6-4A9A-87DB-B34D37EB5010}" dt="2026-05-06T18:33:26.765" v="1036" actId="20577"/>
          <ac:spMkLst>
            <pc:docMk/>
            <pc:sldMk cId="906941333" sldId="297"/>
            <ac:spMk id="3" creationId="{FADA62EA-2E1E-DAD3-26BB-48EB623638E7}"/>
          </ac:spMkLst>
        </pc:spChg>
        <pc:spChg chg="mod">
          <ac:chgData name="Dmitry Pavlyuk" userId="f91152bf-a3e2-452b-90f4-da347c081975" providerId="ADAL" clId="{49358695-B3E6-4A9A-87DB-B34D37EB5010}" dt="2026-05-06T18:33:50.766" v="1037" actId="20577"/>
          <ac:spMkLst>
            <pc:docMk/>
            <pc:sldMk cId="906941333" sldId="297"/>
            <ac:spMk id="11" creationId="{517438CE-2064-847E-2C4B-19C6E8EC1A82}"/>
          </ac:spMkLst>
        </pc:spChg>
      </pc:sldChg>
      <pc:sldChg chg="modSp mod">
        <pc:chgData name="Dmitry Pavlyuk" userId="f91152bf-a3e2-452b-90f4-da347c081975" providerId="ADAL" clId="{49358695-B3E6-4A9A-87DB-B34D37EB5010}" dt="2026-05-06T18:32:23.319" v="1031" actId="6549"/>
        <pc:sldMkLst>
          <pc:docMk/>
          <pc:sldMk cId="4064968104" sldId="298"/>
        </pc:sldMkLst>
        <pc:spChg chg="mod">
          <ac:chgData name="Dmitry Pavlyuk" userId="f91152bf-a3e2-452b-90f4-da347c081975" providerId="ADAL" clId="{49358695-B3E6-4A9A-87DB-B34D37EB5010}" dt="2026-05-06T18:32:23.319" v="1031" actId="6549"/>
          <ac:spMkLst>
            <pc:docMk/>
            <pc:sldMk cId="4064968104" sldId="298"/>
            <ac:spMk id="3" creationId="{43DBEE11-2CFD-89AE-6C94-82CAD2DBE542}"/>
          </ac:spMkLst>
        </pc:spChg>
      </pc:sldChg>
      <pc:sldChg chg="modSp mod">
        <pc:chgData name="Dmitry Pavlyuk" userId="f91152bf-a3e2-452b-90f4-da347c081975" providerId="ADAL" clId="{49358695-B3E6-4A9A-87DB-B34D37EB5010}" dt="2026-05-06T18:47:06.259" v="1217" actId="20577"/>
        <pc:sldMkLst>
          <pc:docMk/>
          <pc:sldMk cId="1944789353" sldId="301"/>
        </pc:sldMkLst>
        <pc:spChg chg="mod">
          <ac:chgData name="Dmitry Pavlyuk" userId="f91152bf-a3e2-452b-90f4-da347c081975" providerId="ADAL" clId="{49358695-B3E6-4A9A-87DB-B34D37EB5010}" dt="2026-05-06T18:47:06.259" v="1217" actId="20577"/>
          <ac:spMkLst>
            <pc:docMk/>
            <pc:sldMk cId="1944789353" sldId="301"/>
            <ac:spMk id="2" creationId="{4AF3FEEE-D26A-DC7D-DC45-C0CDF3A75A41}"/>
          </ac:spMkLst>
        </pc:spChg>
        <pc:spChg chg="mod">
          <ac:chgData name="Dmitry Pavlyuk" userId="f91152bf-a3e2-452b-90f4-da347c081975" providerId="ADAL" clId="{49358695-B3E6-4A9A-87DB-B34D37EB5010}" dt="2026-05-06T18:46:25.545" v="1212" actId="20577"/>
          <ac:spMkLst>
            <pc:docMk/>
            <pc:sldMk cId="1944789353" sldId="301"/>
            <ac:spMk id="3" creationId="{50904622-CEA3-921A-8142-74003AFBDA19}"/>
          </ac:spMkLst>
        </pc:spChg>
      </pc:sldChg>
      <pc:sldChg chg="modSp mod">
        <pc:chgData name="Dmitry Pavlyuk" userId="f91152bf-a3e2-452b-90f4-da347c081975" providerId="ADAL" clId="{49358695-B3E6-4A9A-87DB-B34D37EB5010}" dt="2026-05-06T18:47:11.472" v="1219" actId="20577"/>
        <pc:sldMkLst>
          <pc:docMk/>
          <pc:sldMk cId="282036481" sldId="302"/>
        </pc:sldMkLst>
        <pc:spChg chg="mod">
          <ac:chgData name="Dmitry Pavlyuk" userId="f91152bf-a3e2-452b-90f4-da347c081975" providerId="ADAL" clId="{49358695-B3E6-4A9A-87DB-B34D37EB5010}" dt="2026-05-06T18:47:11.472" v="1219" actId="20577"/>
          <ac:spMkLst>
            <pc:docMk/>
            <pc:sldMk cId="282036481" sldId="302"/>
            <ac:spMk id="2" creationId="{4AF3FEEE-D26A-DC7D-DC45-C0CDF3A75A41}"/>
          </ac:spMkLst>
        </pc:spChg>
        <pc:spChg chg="mod">
          <ac:chgData name="Dmitry Pavlyuk" userId="f91152bf-a3e2-452b-90f4-da347c081975" providerId="ADAL" clId="{49358695-B3E6-4A9A-87DB-B34D37EB5010}" dt="2026-05-06T18:46:44.452" v="1213" actId="20577"/>
          <ac:spMkLst>
            <pc:docMk/>
            <pc:sldMk cId="282036481" sldId="302"/>
            <ac:spMk id="3" creationId="{50904622-CEA3-921A-8142-74003AFBDA19}"/>
          </ac:spMkLst>
        </pc:spChg>
      </pc:sldChg>
      <pc:sldChg chg="modSp mod">
        <pc:chgData name="Dmitry Pavlyuk" userId="f91152bf-a3e2-452b-90f4-da347c081975" providerId="ADAL" clId="{49358695-B3E6-4A9A-87DB-B34D37EB5010}" dt="2026-05-06T18:47:34.835" v="1225" actId="113"/>
        <pc:sldMkLst>
          <pc:docMk/>
          <pc:sldMk cId="3745549178" sldId="303"/>
        </pc:sldMkLst>
        <pc:spChg chg="mod">
          <ac:chgData name="Dmitry Pavlyuk" userId="f91152bf-a3e2-452b-90f4-da347c081975" providerId="ADAL" clId="{49358695-B3E6-4A9A-87DB-B34D37EB5010}" dt="2026-05-06T18:47:21.903" v="1223" actId="20577"/>
          <ac:spMkLst>
            <pc:docMk/>
            <pc:sldMk cId="3745549178" sldId="303"/>
            <ac:spMk id="2" creationId="{4AF3FEEE-D26A-DC7D-DC45-C0CDF3A75A41}"/>
          </ac:spMkLst>
        </pc:spChg>
        <pc:spChg chg="mod">
          <ac:chgData name="Dmitry Pavlyuk" userId="f91152bf-a3e2-452b-90f4-da347c081975" providerId="ADAL" clId="{49358695-B3E6-4A9A-87DB-B34D37EB5010}" dt="2026-05-06T18:47:34.835" v="1225" actId="113"/>
          <ac:spMkLst>
            <pc:docMk/>
            <pc:sldMk cId="3745549178" sldId="303"/>
            <ac:spMk id="3" creationId="{50904622-CEA3-921A-8142-74003AFBDA19}"/>
          </ac:spMkLst>
        </pc:spChg>
      </pc:sldChg>
      <pc:sldChg chg="modSp mod">
        <pc:chgData name="Dmitry Pavlyuk" userId="f91152bf-a3e2-452b-90f4-da347c081975" providerId="ADAL" clId="{49358695-B3E6-4A9A-87DB-B34D37EB5010}" dt="2026-05-06T19:03:02.982" v="1384" actId="207"/>
        <pc:sldMkLst>
          <pc:docMk/>
          <pc:sldMk cId="3563535250" sldId="304"/>
        </pc:sldMkLst>
        <pc:spChg chg="mod">
          <ac:chgData name="Dmitry Pavlyuk" userId="f91152bf-a3e2-452b-90f4-da347c081975" providerId="ADAL" clId="{49358695-B3E6-4A9A-87DB-B34D37EB5010}" dt="2026-05-06T18:47:16.574" v="1221" actId="20577"/>
          <ac:spMkLst>
            <pc:docMk/>
            <pc:sldMk cId="3563535250" sldId="304"/>
            <ac:spMk id="2" creationId="{4AF3FEEE-D26A-DC7D-DC45-C0CDF3A75A41}"/>
          </ac:spMkLst>
        </pc:spChg>
        <pc:spChg chg="mod">
          <ac:chgData name="Dmitry Pavlyuk" userId="f91152bf-a3e2-452b-90f4-da347c081975" providerId="ADAL" clId="{49358695-B3E6-4A9A-87DB-B34D37EB5010}" dt="2026-05-06T19:03:02.982" v="1384" actId="207"/>
          <ac:spMkLst>
            <pc:docMk/>
            <pc:sldMk cId="3563535250" sldId="304"/>
            <ac:spMk id="3" creationId="{50904622-CEA3-921A-8142-74003AFBDA19}"/>
          </ac:spMkLst>
        </pc:spChg>
      </pc:sldChg>
      <pc:sldChg chg="modSp mod">
        <pc:chgData name="Dmitry Pavlyuk" userId="f91152bf-a3e2-452b-90f4-da347c081975" providerId="ADAL" clId="{49358695-B3E6-4A9A-87DB-B34D37EB5010}" dt="2026-05-02T09:57:59.063" v="439" actId="14100"/>
        <pc:sldMkLst>
          <pc:docMk/>
          <pc:sldMk cId="1362031693" sldId="305"/>
        </pc:sldMkLst>
      </pc:sldChg>
      <pc:sldChg chg="addSp delSp modSp new mod modClrScheme chgLayout">
        <pc:chgData name="Dmitry Pavlyuk" userId="f91152bf-a3e2-452b-90f4-da347c081975" providerId="ADAL" clId="{49358695-B3E6-4A9A-87DB-B34D37EB5010}" dt="2026-05-02T09:33:58.884" v="33" actId="20577"/>
        <pc:sldMkLst>
          <pc:docMk/>
          <pc:sldMk cId="1155494496" sldId="306"/>
        </pc:sldMkLst>
      </pc:sldChg>
      <pc:sldChg chg="modSp add mod">
        <pc:chgData name="Dmitry Pavlyuk" userId="f91152bf-a3e2-452b-90f4-da347c081975" providerId="ADAL" clId="{49358695-B3E6-4A9A-87DB-B34D37EB5010}" dt="2026-05-02T09:34:46.021" v="80" actId="14100"/>
        <pc:sldMkLst>
          <pc:docMk/>
          <pc:sldMk cId="1488802918" sldId="307"/>
        </pc:sldMkLst>
        <pc:spChg chg="mod">
          <ac:chgData name="Dmitry Pavlyuk" userId="f91152bf-a3e2-452b-90f4-da347c081975" providerId="ADAL" clId="{49358695-B3E6-4A9A-87DB-B34D37EB5010}" dt="2026-05-02T09:34:33.827" v="58" actId="14100"/>
          <ac:spMkLst>
            <pc:docMk/>
            <pc:sldMk cId="1488802918" sldId="307"/>
            <ac:spMk id="4" creationId="{6D601F5C-D7A5-68A3-6836-E357F65B57F5}"/>
          </ac:spMkLst>
        </pc:spChg>
        <pc:spChg chg="mod">
          <ac:chgData name="Dmitry Pavlyuk" userId="f91152bf-a3e2-452b-90f4-da347c081975" providerId="ADAL" clId="{49358695-B3E6-4A9A-87DB-B34D37EB5010}" dt="2026-05-02T09:34:46.021" v="80" actId="14100"/>
          <ac:spMkLst>
            <pc:docMk/>
            <pc:sldMk cId="1488802918" sldId="307"/>
            <ac:spMk id="5" creationId="{B7D5F1C6-FBDD-72B1-60C9-8A0F34F67F4D}"/>
          </ac:spMkLst>
        </pc:spChg>
      </pc:sldChg>
      <pc:sldChg chg="addSp delSp modSp add mod">
        <pc:chgData name="Dmitry Pavlyuk" userId="f91152bf-a3e2-452b-90f4-da347c081975" providerId="ADAL" clId="{49358695-B3E6-4A9A-87DB-B34D37EB5010}" dt="2026-05-06T18:42:42.218" v="1097" actId="14100"/>
        <pc:sldMkLst>
          <pc:docMk/>
          <pc:sldMk cId="708373796" sldId="308"/>
        </pc:sldMkLst>
        <pc:spChg chg="mod">
          <ac:chgData name="Dmitry Pavlyuk" userId="f91152bf-a3e2-452b-90f4-da347c081975" providerId="ADAL" clId="{49358695-B3E6-4A9A-87DB-B34D37EB5010}" dt="2026-05-02T10:05:49.850" v="506" actId="20577"/>
          <ac:spMkLst>
            <pc:docMk/>
            <pc:sldMk cId="708373796" sldId="308"/>
            <ac:spMk id="2" creationId="{4596CACE-3203-B006-5F55-7F06B4BE26CC}"/>
          </ac:spMkLst>
        </pc:spChg>
        <pc:spChg chg="add del mod">
          <ac:chgData name="Dmitry Pavlyuk" userId="f91152bf-a3e2-452b-90f4-da347c081975" providerId="ADAL" clId="{49358695-B3E6-4A9A-87DB-B34D37EB5010}" dt="2026-05-02T10:05:42.017" v="492" actId="20577"/>
          <ac:spMkLst>
            <pc:docMk/>
            <pc:sldMk cId="708373796" sldId="308"/>
            <ac:spMk id="3" creationId="{8EE5CC50-C1BC-8FB9-2FAD-4183BF79B7FF}"/>
          </ac:spMkLst>
        </pc:spChg>
        <pc:spChg chg="mod">
          <ac:chgData name="Dmitry Pavlyuk" userId="f91152bf-a3e2-452b-90f4-da347c081975" providerId="ADAL" clId="{49358695-B3E6-4A9A-87DB-B34D37EB5010}" dt="2026-05-06T18:42:42.218" v="1097" actId="14100"/>
          <ac:spMkLst>
            <pc:docMk/>
            <pc:sldMk cId="708373796" sldId="308"/>
            <ac:spMk id="4" creationId="{3E7F1C97-EC1A-AABF-8A11-1C6BC12C863F}"/>
          </ac:spMkLst>
        </pc:spChg>
        <pc:picChg chg="mod">
          <ac:chgData name="Dmitry Pavlyuk" userId="f91152bf-a3e2-452b-90f4-da347c081975" providerId="ADAL" clId="{49358695-B3E6-4A9A-87DB-B34D37EB5010}" dt="2026-05-02T10:05:38.917" v="490" actId="1076"/>
          <ac:picMkLst>
            <pc:docMk/>
            <pc:sldMk cId="708373796" sldId="308"/>
            <ac:picMk id="22" creationId="{0D4BC881-9B14-EE35-91C2-439491A6778C}"/>
          </ac:picMkLst>
        </pc:picChg>
      </pc:sldChg>
      <pc:sldChg chg="addSp modSp mod">
        <pc:chgData name="Dmitry Pavlyuk" userId="f91152bf-a3e2-452b-90f4-da347c081975" providerId="ADAL" clId="{49358695-B3E6-4A9A-87DB-B34D37EB5010}" dt="2026-05-06T18:42:05.712" v="1095" actId="20577"/>
        <pc:sldMkLst>
          <pc:docMk/>
          <pc:sldMk cId="4214589848" sldId="309"/>
        </pc:sldMkLst>
        <pc:spChg chg="mod">
          <ac:chgData name="Dmitry Pavlyuk" userId="f91152bf-a3e2-452b-90f4-da347c081975" providerId="ADAL" clId="{49358695-B3E6-4A9A-87DB-B34D37EB5010}" dt="2026-05-06T18:42:05.712" v="1095" actId="20577"/>
          <ac:spMkLst>
            <pc:docMk/>
            <pc:sldMk cId="4214589848" sldId="309"/>
            <ac:spMk id="3" creationId="{DD866C4A-C4F5-1B3D-8117-AD21ABCC0EEA}"/>
          </ac:spMkLst>
        </pc:spChg>
        <pc:picChg chg="add mod">
          <ac:chgData name="Dmitry Pavlyuk" userId="f91152bf-a3e2-452b-90f4-da347c081975" providerId="ADAL" clId="{49358695-B3E6-4A9A-87DB-B34D37EB5010}" dt="2026-05-06T18:40:23.410" v="1042" actId="1076"/>
          <ac:picMkLst>
            <pc:docMk/>
            <pc:sldMk cId="4214589848" sldId="309"/>
            <ac:picMk id="5" creationId="{F7D0126D-F5EF-51E5-7939-D38756A85492}"/>
          </ac:picMkLst>
        </pc:picChg>
      </pc:sldChg>
      <pc:sldChg chg="modSp del mod">
        <pc:chgData name="Dmitry Pavlyuk" userId="f91152bf-a3e2-452b-90f4-da347c081975" providerId="ADAL" clId="{49358695-B3E6-4A9A-87DB-B34D37EB5010}" dt="2026-05-06T19:43:26.617" v="1973" actId="47"/>
        <pc:sldMkLst>
          <pc:docMk/>
          <pc:sldMk cId="3524055633" sldId="310"/>
        </pc:sldMkLst>
        <pc:spChg chg="mod">
          <ac:chgData name="Dmitry Pavlyuk" userId="f91152bf-a3e2-452b-90f4-da347c081975" providerId="ADAL" clId="{49358695-B3E6-4A9A-87DB-B34D37EB5010}" dt="2026-05-06T19:42:25.640" v="1972" actId="20577"/>
          <ac:spMkLst>
            <pc:docMk/>
            <pc:sldMk cId="3524055633" sldId="310"/>
            <ac:spMk id="3" creationId="{8332E7B1-6630-5E12-9D2B-FEDA175104CC}"/>
          </ac:spMkLst>
        </pc:spChg>
      </pc:sldChg>
      <pc:sldChg chg="addSp delSp modSp mod">
        <pc:chgData name="Dmitry Pavlyuk" userId="f91152bf-a3e2-452b-90f4-da347c081975" providerId="ADAL" clId="{49358695-B3E6-4A9A-87DB-B34D37EB5010}" dt="2026-05-06T18:24:42.003" v="737" actId="20577"/>
        <pc:sldMkLst>
          <pc:docMk/>
          <pc:sldMk cId="292292320" sldId="312"/>
        </pc:sldMkLst>
        <pc:spChg chg="mod">
          <ac:chgData name="Dmitry Pavlyuk" userId="f91152bf-a3e2-452b-90f4-da347c081975" providerId="ADAL" clId="{49358695-B3E6-4A9A-87DB-B34D37EB5010}" dt="2026-05-06T18:24:19.561" v="709" actId="20577"/>
          <ac:spMkLst>
            <pc:docMk/>
            <pc:sldMk cId="292292320" sldId="312"/>
            <ac:spMk id="2" creationId="{6F09FD7C-684D-27DD-96CC-2F14316C0EEC}"/>
          </ac:spMkLst>
        </pc:spChg>
        <pc:spChg chg="add del mod">
          <ac:chgData name="Dmitry Pavlyuk" userId="f91152bf-a3e2-452b-90f4-da347c081975" providerId="ADAL" clId="{49358695-B3E6-4A9A-87DB-B34D37EB5010}" dt="2026-05-06T18:24:42.003" v="737" actId="20577"/>
          <ac:spMkLst>
            <pc:docMk/>
            <pc:sldMk cId="292292320" sldId="312"/>
            <ac:spMk id="3" creationId="{CB0B456F-3DC0-72B8-D5DE-44D5C36AAADB}"/>
          </ac:spMkLst>
        </pc:spChg>
        <pc:spChg chg="add del mod">
          <ac:chgData name="Dmitry Pavlyuk" userId="f91152bf-a3e2-452b-90f4-da347c081975" providerId="ADAL" clId="{49358695-B3E6-4A9A-87DB-B34D37EB5010}" dt="2026-05-06T18:23:52.464" v="678" actId="21"/>
          <ac:spMkLst>
            <pc:docMk/>
            <pc:sldMk cId="292292320" sldId="312"/>
            <ac:spMk id="5" creationId="{DB2754EA-2C55-94FF-06CF-8539019FB8D5}"/>
          </ac:spMkLst>
        </pc:spChg>
        <pc:spChg chg="add mod">
          <ac:chgData name="Dmitry Pavlyuk" userId="f91152bf-a3e2-452b-90f4-da347c081975" providerId="ADAL" clId="{49358695-B3E6-4A9A-87DB-B34D37EB5010}" dt="2026-05-06T18:23:52.172" v="677"/>
          <ac:spMkLst>
            <pc:docMk/>
            <pc:sldMk cId="292292320" sldId="312"/>
            <ac:spMk id="6" creationId="{CB0B456F-3DC0-72B8-D5DE-44D5C36AAADB}"/>
          </ac:spMkLst>
        </pc:spChg>
      </pc:sldChg>
      <pc:sldChg chg="modSp mod">
        <pc:chgData name="Dmitry Pavlyuk" userId="f91152bf-a3e2-452b-90f4-da347c081975" providerId="ADAL" clId="{49358695-B3E6-4A9A-87DB-B34D37EB5010}" dt="2026-05-06T18:43:29.682" v="1114" actId="1035"/>
        <pc:sldMkLst>
          <pc:docMk/>
          <pc:sldMk cId="422723563" sldId="313"/>
        </pc:sldMkLst>
        <pc:spChg chg="mod">
          <ac:chgData name="Dmitry Pavlyuk" userId="f91152bf-a3e2-452b-90f4-da347c081975" providerId="ADAL" clId="{49358695-B3E6-4A9A-87DB-B34D37EB5010}" dt="2026-05-06T18:43:10.492" v="1098" actId="20577"/>
          <ac:spMkLst>
            <pc:docMk/>
            <pc:sldMk cId="422723563" sldId="313"/>
            <ac:spMk id="11" creationId="{793652C6-7EEE-69C4-A89E-B421A785B613}"/>
          </ac:spMkLst>
        </pc:spChg>
        <pc:spChg chg="mod">
          <ac:chgData name="Dmitry Pavlyuk" userId="f91152bf-a3e2-452b-90f4-da347c081975" providerId="ADAL" clId="{49358695-B3E6-4A9A-87DB-B34D37EB5010}" dt="2026-05-06T18:43:14.217" v="1099" actId="20577"/>
          <ac:spMkLst>
            <pc:docMk/>
            <pc:sldMk cId="422723563" sldId="313"/>
            <ac:spMk id="14" creationId="{7BFB0EA9-2E05-857C-765C-9E0748F67234}"/>
          </ac:spMkLst>
        </pc:spChg>
        <pc:spChg chg="mod">
          <ac:chgData name="Dmitry Pavlyuk" userId="f91152bf-a3e2-452b-90f4-da347c081975" providerId="ADAL" clId="{49358695-B3E6-4A9A-87DB-B34D37EB5010}" dt="2026-05-06T18:43:26.437" v="1110" actId="1035"/>
          <ac:spMkLst>
            <pc:docMk/>
            <pc:sldMk cId="422723563" sldId="313"/>
            <ac:spMk id="25" creationId="{C1A6B88B-AC99-4FAE-D738-F05AD3FBA389}"/>
          </ac:spMkLst>
        </pc:spChg>
        <pc:picChg chg="mod">
          <ac:chgData name="Dmitry Pavlyuk" userId="f91152bf-a3e2-452b-90f4-da347c081975" providerId="ADAL" clId="{49358695-B3E6-4A9A-87DB-B34D37EB5010}" dt="2026-05-06T18:43:29.682" v="1114" actId="1035"/>
          <ac:picMkLst>
            <pc:docMk/>
            <pc:sldMk cId="422723563" sldId="313"/>
            <ac:picMk id="22" creationId="{096B482A-8217-D8DE-1272-DBC31E71D552}"/>
          </ac:picMkLst>
        </pc:picChg>
      </pc:sldChg>
      <pc:sldChg chg="addSp modSp mod">
        <pc:chgData name="Dmitry Pavlyuk" userId="f91152bf-a3e2-452b-90f4-da347c081975" providerId="ADAL" clId="{49358695-B3E6-4A9A-87DB-B34D37EB5010}" dt="2026-05-06T20:13:18.749" v="2317" actId="20577"/>
        <pc:sldMkLst>
          <pc:docMk/>
          <pc:sldMk cId="2393491374" sldId="315"/>
        </pc:sldMkLst>
        <pc:spChg chg="mod">
          <ac:chgData name="Dmitry Pavlyuk" userId="f91152bf-a3e2-452b-90f4-da347c081975" providerId="ADAL" clId="{49358695-B3E6-4A9A-87DB-B34D37EB5010}" dt="2026-05-06T20:08:02.726" v="2251" actId="20577"/>
          <ac:spMkLst>
            <pc:docMk/>
            <pc:sldMk cId="2393491374" sldId="315"/>
            <ac:spMk id="2" creationId="{4AF3FEEE-D26A-DC7D-DC45-C0CDF3A75A41}"/>
          </ac:spMkLst>
        </pc:spChg>
        <pc:spChg chg="mod">
          <ac:chgData name="Dmitry Pavlyuk" userId="f91152bf-a3e2-452b-90f4-da347c081975" providerId="ADAL" clId="{49358695-B3E6-4A9A-87DB-B34D37EB5010}" dt="2026-05-06T20:13:18.749" v="2317" actId="20577"/>
          <ac:spMkLst>
            <pc:docMk/>
            <pc:sldMk cId="2393491374" sldId="315"/>
            <ac:spMk id="3" creationId="{50904622-CEA3-921A-8142-74003AFBDA19}"/>
          </ac:spMkLst>
        </pc:spChg>
        <pc:spChg chg="add">
          <ac:chgData name="Dmitry Pavlyuk" userId="f91152bf-a3e2-452b-90f4-da347c081975" providerId="ADAL" clId="{49358695-B3E6-4A9A-87DB-B34D37EB5010}" dt="2026-05-06T19:36:29.921" v="1922"/>
          <ac:spMkLst>
            <pc:docMk/>
            <pc:sldMk cId="2393491374" sldId="315"/>
            <ac:spMk id="4" creationId="{DCDBB595-6762-A382-B091-F4F87C3B24BA}"/>
          </ac:spMkLst>
        </pc:spChg>
        <pc:picChg chg="add mod">
          <ac:chgData name="Dmitry Pavlyuk" userId="f91152bf-a3e2-452b-90f4-da347c081975" providerId="ADAL" clId="{49358695-B3E6-4A9A-87DB-B34D37EB5010}" dt="2026-05-06T19:37:45.366" v="1927" actId="1037"/>
          <ac:picMkLst>
            <pc:docMk/>
            <pc:sldMk cId="2393491374" sldId="315"/>
            <ac:picMk id="6" creationId="{8C7EB525-04A6-6ED4-EB09-9BDD75B5AE74}"/>
          </ac:picMkLst>
        </pc:picChg>
      </pc:sldChg>
      <pc:sldChg chg="modSp mod">
        <pc:chgData name="Dmitry Pavlyuk" userId="f91152bf-a3e2-452b-90f4-da347c081975" providerId="ADAL" clId="{49358695-B3E6-4A9A-87DB-B34D37EB5010}" dt="2026-05-06T20:08:08.112" v="2253" actId="20577"/>
        <pc:sldMkLst>
          <pc:docMk/>
          <pc:sldMk cId="793638887" sldId="316"/>
        </pc:sldMkLst>
        <pc:spChg chg="mod">
          <ac:chgData name="Dmitry Pavlyuk" userId="f91152bf-a3e2-452b-90f4-da347c081975" providerId="ADAL" clId="{49358695-B3E6-4A9A-87DB-B34D37EB5010}" dt="2026-05-06T20:08:08.112" v="2253" actId="20577"/>
          <ac:spMkLst>
            <pc:docMk/>
            <pc:sldMk cId="793638887" sldId="316"/>
            <ac:spMk id="2" creationId="{4AF3FEEE-D26A-DC7D-DC45-C0CDF3A75A41}"/>
          </ac:spMkLst>
        </pc:spChg>
        <pc:spChg chg="mod">
          <ac:chgData name="Dmitry Pavlyuk" userId="f91152bf-a3e2-452b-90f4-da347c081975" providerId="ADAL" clId="{49358695-B3E6-4A9A-87DB-B34D37EB5010}" dt="2026-05-06T20:07:19.411" v="2249" actId="20577"/>
          <ac:spMkLst>
            <pc:docMk/>
            <pc:sldMk cId="793638887" sldId="316"/>
            <ac:spMk id="3" creationId="{50904622-CEA3-921A-8142-74003AFBDA19}"/>
          </ac:spMkLst>
        </pc:spChg>
      </pc:sldChg>
    </pc:docChg>
  </pc:docChgLst>
  <pc:docChgLst>
    <pc:chgData name="Dmitry Pavlyuk" userId="f91152bf-a3e2-452b-90f4-da347c081975" providerId="ADAL" clId="{A3E7FAE2-F8D2-4335-899C-AAA6F2CA1635}"/>
    <pc:docChg chg="undo redo custSel addSld delSld modSld sldOrd">
      <pc:chgData name="Dmitry Pavlyuk" userId="f91152bf-a3e2-452b-90f4-da347c081975" providerId="ADAL" clId="{A3E7FAE2-F8D2-4335-899C-AAA6F2CA1635}" dt="2026-05-07T09:11:30.225" v="8896" actId="20577"/>
      <pc:docMkLst>
        <pc:docMk/>
      </pc:docMkLst>
      <pc:sldChg chg="del">
        <pc:chgData name="Dmitry Pavlyuk" userId="f91152bf-a3e2-452b-90f4-da347c081975" providerId="ADAL" clId="{A3E7FAE2-F8D2-4335-899C-AAA6F2CA1635}" dt="2026-04-28T08:54:17.066" v="241" actId="47"/>
        <pc:sldMkLst>
          <pc:docMk/>
          <pc:sldMk cId="1707313725" sldId="278"/>
        </pc:sldMkLst>
      </pc:sldChg>
      <pc:sldChg chg="addSp delSp modSp mod">
        <pc:chgData name="Dmitry Pavlyuk" userId="f91152bf-a3e2-452b-90f4-da347c081975" providerId="ADAL" clId="{A3E7FAE2-F8D2-4335-899C-AAA6F2CA1635}" dt="2026-05-07T05:51:51.467" v="7911" actId="14100"/>
        <pc:sldMkLst>
          <pc:docMk/>
          <pc:sldMk cId="551014476" sldId="284"/>
        </pc:sldMkLst>
        <pc:spChg chg="mod">
          <ac:chgData name="Dmitry Pavlyuk" userId="f91152bf-a3e2-452b-90f4-da347c081975" providerId="ADAL" clId="{A3E7FAE2-F8D2-4335-899C-AAA6F2CA1635}" dt="2026-05-06T14:48:53.425" v="7729" actId="20577"/>
          <ac:spMkLst>
            <pc:docMk/>
            <pc:sldMk cId="551014476" sldId="284"/>
            <ac:spMk id="2" creationId="{0BCDBDFD-5311-6D57-9679-728BB6305AF6}"/>
          </ac:spMkLst>
        </pc:spChg>
        <pc:spChg chg="del mod">
          <ac:chgData name="Dmitry Pavlyuk" userId="f91152bf-a3e2-452b-90f4-da347c081975" providerId="ADAL" clId="{A3E7FAE2-F8D2-4335-899C-AAA6F2CA1635}" dt="2026-05-06T05:43:37.471" v="5398" actId="478"/>
          <ac:spMkLst>
            <pc:docMk/>
            <pc:sldMk cId="551014476" sldId="284"/>
            <ac:spMk id="3" creationId="{1B736973-9762-8EF0-F5F8-5FE705191D1D}"/>
          </ac:spMkLst>
        </pc:spChg>
        <pc:spChg chg="mod">
          <ac:chgData name="Dmitry Pavlyuk" userId="f91152bf-a3e2-452b-90f4-da347c081975" providerId="ADAL" clId="{A3E7FAE2-F8D2-4335-899C-AAA6F2CA1635}" dt="2026-05-07T05:51:51.467" v="7911" actId="14100"/>
          <ac:spMkLst>
            <pc:docMk/>
            <pc:sldMk cId="551014476" sldId="284"/>
            <ac:spMk id="3" creationId="{93EF3CD3-0A0A-6998-5A0B-0C47C1F78DB0}"/>
          </ac:spMkLst>
        </pc:spChg>
        <pc:spChg chg="add mod">
          <ac:chgData name="Dmitry Pavlyuk" userId="f91152bf-a3e2-452b-90f4-da347c081975" providerId="ADAL" clId="{A3E7FAE2-F8D2-4335-899C-AAA6F2CA1635}" dt="2026-05-06T11:03:41.126" v="7267" actId="20577"/>
          <ac:spMkLst>
            <pc:docMk/>
            <pc:sldMk cId="551014476" sldId="284"/>
            <ac:spMk id="15" creationId="{DC5821C7-8915-676A-572B-35FF0587BA81}"/>
          </ac:spMkLst>
        </pc:spChg>
        <pc:spChg chg="add mod">
          <ac:chgData name="Dmitry Pavlyuk" userId="f91152bf-a3e2-452b-90f4-da347c081975" providerId="ADAL" clId="{A3E7FAE2-F8D2-4335-899C-AAA6F2CA1635}" dt="2026-05-07T05:38:50.462" v="7891" actId="6549"/>
          <ac:spMkLst>
            <pc:docMk/>
            <pc:sldMk cId="551014476" sldId="284"/>
            <ac:spMk id="16" creationId="{8579B873-B7BA-611A-F9F3-EF77FF1D115F}"/>
          </ac:spMkLst>
        </pc:spChg>
        <pc:spChg chg="add mod">
          <ac:chgData name="Dmitry Pavlyuk" userId="f91152bf-a3e2-452b-90f4-da347c081975" providerId="ADAL" clId="{A3E7FAE2-F8D2-4335-899C-AAA6F2CA1635}" dt="2026-05-06T11:03:38.942" v="7266" actId="20577"/>
          <ac:spMkLst>
            <pc:docMk/>
            <pc:sldMk cId="551014476" sldId="284"/>
            <ac:spMk id="17" creationId="{6C5A4551-9A78-DE77-885C-CEE978A47A18}"/>
          </ac:spMkLst>
        </pc:spChg>
        <pc:picChg chg="add mod">
          <ac:chgData name="Dmitry Pavlyuk" userId="f91152bf-a3e2-452b-90f4-da347c081975" providerId="ADAL" clId="{A3E7FAE2-F8D2-4335-899C-AAA6F2CA1635}" dt="2026-05-06T05:44:12.263" v="5401" actId="1076"/>
          <ac:picMkLst>
            <pc:docMk/>
            <pc:sldMk cId="551014476" sldId="284"/>
            <ac:picMk id="9" creationId="{EFE265DD-8DBD-2765-F7AC-2BCB1F56F1BE}"/>
          </ac:picMkLst>
        </pc:picChg>
        <pc:picChg chg="add mod">
          <ac:chgData name="Dmitry Pavlyuk" userId="f91152bf-a3e2-452b-90f4-da347c081975" providerId="ADAL" clId="{A3E7FAE2-F8D2-4335-899C-AAA6F2CA1635}" dt="2026-05-06T10:09:36.309" v="7049" actId="1076"/>
          <ac:picMkLst>
            <pc:docMk/>
            <pc:sldMk cId="551014476" sldId="284"/>
            <ac:picMk id="11" creationId="{5482ED34-133C-EE96-449D-D70B3CEB2C53}"/>
          </ac:picMkLst>
        </pc:picChg>
        <pc:picChg chg="add mod">
          <ac:chgData name="Dmitry Pavlyuk" userId="f91152bf-a3e2-452b-90f4-da347c081975" providerId="ADAL" clId="{A3E7FAE2-F8D2-4335-899C-AAA6F2CA1635}" dt="2026-05-06T10:09:31.395" v="7048" actId="1076"/>
          <ac:picMkLst>
            <pc:docMk/>
            <pc:sldMk cId="551014476" sldId="284"/>
            <ac:picMk id="13" creationId="{431F8CAD-50D8-A508-D769-87F016FCC51E}"/>
          </ac:picMkLst>
        </pc:picChg>
      </pc:sldChg>
      <pc:sldChg chg="addSp delSp modSp mod">
        <pc:chgData name="Dmitry Pavlyuk" userId="f91152bf-a3e2-452b-90f4-da347c081975" providerId="ADAL" clId="{A3E7FAE2-F8D2-4335-899C-AAA6F2CA1635}" dt="2026-04-30T10:34:08.172" v="4127" actId="20577"/>
        <pc:sldMkLst>
          <pc:docMk/>
          <pc:sldMk cId="1586231755" sldId="291"/>
        </pc:sldMkLst>
        <pc:spChg chg="mod">
          <ac:chgData name="Dmitry Pavlyuk" userId="f91152bf-a3e2-452b-90f4-da347c081975" providerId="ADAL" clId="{A3E7FAE2-F8D2-4335-899C-AAA6F2CA1635}" dt="2026-04-28T08:46:47.255" v="142" actId="404"/>
          <ac:spMkLst>
            <pc:docMk/>
            <pc:sldMk cId="1586231755" sldId="291"/>
            <ac:spMk id="2" creationId="{277ADE30-F243-FF26-F2C7-246178BECB92}"/>
          </ac:spMkLst>
        </pc:spChg>
        <pc:spChg chg="mod">
          <ac:chgData name="Dmitry Pavlyuk" userId="f91152bf-a3e2-452b-90f4-da347c081975" providerId="ADAL" clId="{A3E7FAE2-F8D2-4335-899C-AAA6F2CA1635}" dt="2026-04-30T10:34:08.172" v="4127" actId="20577"/>
          <ac:spMkLst>
            <pc:docMk/>
            <pc:sldMk cId="1586231755" sldId="291"/>
            <ac:spMk id="3" creationId="{860EA733-59FB-9901-A43F-78710C2D00CE}"/>
          </ac:spMkLst>
        </pc:spChg>
        <pc:picChg chg="add mod">
          <ac:chgData name="Dmitry Pavlyuk" userId="f91152bf-a3e2-452b-90f4-da347c081975" providerId="ADAL" clId="{A3E7FAE2-F8D2-4335-899C-AAA6F2CA1635}" dt="2026-04-28T08:53:10.324" v="206" actId="1076"/>
          <ac:picMkLst>
            <pc:docMk/>
            <pc:sldMk cId="1586231755" sldId="291"/>
            <ac:picMk id="12" creationId="{19E8AB10-F1C1-45D3-E17D-44E74CE8AF30}"/>
          </ac:picMkLst>
        </pc:picChg>
      </pc:sldChg>
      <pc:sldChg chg="addSp modSp mod">
        <pc:chgData name="Dmitry Pavlyuk" userId="f91152bf-a3e2-452b-90f4-da347c081975" providerId="ADAL" clId="{A3E7FAE2-F8D2-4335-899C-AAA6F2CA1635}" dt="2026-05-07T09:04:46.311" v="8857" actId="1076"/>
        <pc:sldMkLst>
          <pc:docMk/>
          <pc:sldMk cId="2708166521" sldId="292"/>
        </pc:sldMkLst>
        <pc:spChg chg="mod">
          <ac:chgData name="Dmitry Pavlyuk" userId="f91152bf-a3e2-452b-90f4-da347c081975" providerId="ADAL" clId="{A3E7FAE2-F8D2-4335-899C-AAA6F2CA1635}" dt="2026-05-07T09:04:46.311" v="8857" actId="1076"/>
          <ac:spMkLst>
            <pc:docMk/>
            <pc:sldMk cId="2708166521" sldId="292"/>
            <ac:spMk id="2" creationId="{D26E7003-A5F4-42EF-19DF-900DD39BDB05}"/>
          </ac:spMkLst>
        </pc:spChg>
        <pc:spChg chg="add mod">
          <ac:chgData name="Dmitry Pavlyuk" userId="f91152bf-a3e2-452b-90f4-da347c081975" providerId="ADAL" clId="{A3E7FAE2-F8D2-4335-899C-AAA6F2CA1635}" dt="2026-05-07T09:03:40.512" v="8843" actId="14100"/>
          <ac:spMkLst>
            <pc:docMk/>
            <pc:sldMk cId="2708166521" sldId="292"/>
            <ac:spMk id="4" creationId="{11C92C59-A798-FE64-BA11-08D60354B0D2}"/>
          </ac:spMkLst>
        </pc:spChg>
        <pc:spChg chg="add mod">
          <ac:chgData name="Dmitry Pavlyuk" userId="f91152bf-a3e2-452b-90f4-da347c081975" providerId="ADAL" clId="{A3E7FAE2-F8D2-4335-899C-AAA6F2CA1635}" dt="2026-05-07T09:04:42.467" v="8856" actId="1076"/>
          <ac:spMkLst>
            <pc:docMk/>
            <pc:sldMk cId="2708166521" sldId="292"/>
            <ac:spMk id="6" creationId="{7FF33A20-DE8E-B089-2B85-226DEDC81D6E}"/>
          </ac:spMkLst>
        </pc:spChg>
        <pc:picChg chg="add mod">
          <ac:chgData name="Dmitry Pavlyuk" userId="f91152bf-a3e2-452b-90f4-da347c081975" providerId="ADAL" clId="{A3E7FAE2-F8D2-4335-899C-AAA6F2CA1635}" dt="2026-05-07T09:03:46.837" v="8846" actId="1076"/>
          <ac:picMkLst>
            <pc:docMk/>
            <pc:sldMk cId="2708166521" sldId="292"/>
            <ac:picMk id="3" creationId="{255B81F2-18C8-4EB1-26CA-4374FF9C8B38}"/>
          </ac:picMkLst>
        </pc:picChg>
      </pc:sldChg>
      <pc:sldChg chg="addSp delSp modSp new del mod">
        <pc:chgData name="Dmitry Pavlyuk" userId="f91152bf-a3e2-452b-90f4-da347c081975" providerId="ADAL" clId="{A3E7FAE2-F8D2-4335-899C-AAA6F2CA1635}" dt="2026-05-06T05:47:17.325" v="5434" actId="47"/>
        <pc:sldMkLst>
          <pc:docMk/>
          <pc:sldMk cId="656706419" sldId="293"/>
        </pc:sldMkLst>
        <pc:spChg chg="mod">
          <ac:chgData name="Dmitry Pavlyuk" userId="f91152bf-a3e2-452b-90f4-da347c081975" providerId="ADAL" clId="{A3E7FAE2-F8D2-4335-899C-AAA6F2CA1635}" dt="2026-05-06T05:46:39.362" v="5424" actId="14100"/>
          <ac:spMkLst>
            <pc:docMk/>
            <pc:sldMk cId="656706419" sldId="293"/>
            <ac:spMk id="3" creationId="{87B2B8BA-0F50-93B0-9000-EDA2D1CB8F54}"/>
          </ac:spMkLst>
        </pc:spChg>
        <pc:spChg chg="del">
          <ac:chgData name="Dmitry Pavlyuk" userId="f91152bf-a3e2-452b-90f4-da347c081975" providerId="ADAL" clId="{A3E7FAE2-F8D2-4335-899C-AAA6F2CA1635}" dt="2026-05-06T05:46:31.850" v="5423" actId="478"/>
          <ac:spMkLst>
            <pc:docMk/>
            <pc:sldMk cId="656706419" sldId="293"/>
            <ac:spMk id="5" creationId="{73ADA6EA-E94E-EA9F-8227-B91BFEDB0C8A}"/>
          </ac:spMkLst>
        </pc:spChg>
        <pc:picChg chg="del">
          <ac:chgData name="Dmitry Pavlyuk" userId="f91152bf-a3e2-452b-90f4-da347c081975" providerId="ADAL" clId="{A3E7FAE2-F8D2-4335-899C-AAA6F2CA1635}" dt="2026-05-06T05:46:31.850" v="5423" actId="478"/>
          <ac:picMkLst>
            <pc:docMk/>
            <pc:sldMk cId="656706419" sldId="293"/>
            <ac:picMk id="4" creationId="{A5C5F8FC-3D42-1C36-7FCE-F0306B64FDDB}"/>
          </ac:picMkLst>
        </pc:picChg>
      </pc:sldChg>
      <pc:sldChg chg="modSp new del mod">
        <pc:chgData name="Dmitry Pavlyuk" userId="f91152bf-a3e2-452b-90f4-da347c081975" providerId="ADAL" clId="{A3E7FAE2-F8D2-4335-899C-AAA6F2CA1635}" dt="2026-04-29T06:12:04.839" v="2277" actId="47"/>
        <pc:sldMkLst>
          <pc:docMk/>
          <pc:sldMk cId="1533211485" sldId="294"/>
        </pc:sldMkLst>
      </pc:sldChg>
      <pc:sldChg chg="addSp delSp modSp new mod ord modClrScheme chgLayout">
        <pc:chgData name="Dmitry Pavlyuk" userId="f91152bf-a3e2-452b-90f4-da347c081975" providerId="ADAL" clId="{A3E7FAE2-F8D2-4335-899C-AAA6F2CA1635}" dt="2026-05-07T05:50:44.188" v="7907" actId="20577"/>
        <pc:sldMkLst>
          <pc:docMk/>
          <pc:sldMk cId="2586828428" sldId="295"/>
        </pc:sldMkLst>
        <pc:spChg chg="add mod">
          <ac:chgData name="Dmitry Pavlyuk" userId="f91152bf-a3e2-452b-90f4-da347c081975" providerId="ADAL" clId="{A3E7FAE2-F8D2-4335-899C-AAA6F2CA1635}" dt="2026-05-06T05:43:18.325" v="5397" actId="1035"/>
          <ac:spMkLst>
            <pc:docMk/>
            <pc:sldMk cId="2586828428" sldId="295"/>
            <ac:spMk id="2" creationId="{567D6ECB-1B10-1790-79FD-0E5FC719E4C1}"/>
          </ac:spMkLst>
        </pc:spChg>
        <pc:spChg chg="add mod ord">
          <ac:chgData name="Dmitry Pavlyuk" userId="f91152bf-a3e2-452b-90f4-da347c081975" providerId="ADAL" clId="{A3E7FAE2-F8D2-4335-899C-AAA6F2CA1635}" dt="2026-05-06T05:36:10.138" v="5202" actId="20577"/>
          <ac:spMkLst>
            <pc:docMk/>
            <pc:sldMk cId="2586828428" sldId="295"/>
            <ac:spMk id="4" creationId="{2D72F78B-A0DD-1FC3-83F0-E942F025C2BA}"/>
          </ac:spMkLst>
        </pc:spChg>
        <pc:spChg chg="add mod ord">
          <ac:chgData name="Dmitry Pavlyuk" userId="f91152bf-a3e2-452b-90f4-da347c081975" providerId="ADAL" clId="{A3E7FAE2-F8D2-4335-899C-AAA6F2CA1635}" dt="2026-05-07T05:50:44.188" v="7907" actId="20577"/>
          <ac:spMkLst>
            <pc:docMk/>
            <pc:sldMk cId="2586828428" sldId="295"/>
            <ac:spMk id="5" creationId="{EE412491-F70D-2ED1-1AD3-74CEF7223127}"/>
          </ac:spMkLst>
        </pc:spChg>
        <pc:picChg chg="add del mod">
          <ac:chgData name="Dmitry Pavlyuk" userId="f91152bf-a3e2-452b-90f4-da347c081975" providerId="ADAL" clId="{A3E7FAE2-F8D2-4335-899C-AAA6F2CA1635}" dt="2026-05-07T05:48:58.439" v="7899" actId="478"/>
          <ac:picMkLst>
            <pc:docMk/>
            <pc:sldMk cId="2586828428" sldId="295"/>
            <ac:picMk id="7" creationId="{5F2584E9-A2F5-26FB-12B7-CBC315F16A46}"/>
          </ac:picMkLst>
        </pc:picChg>
        <pc:picChg chg="add mod">
          <ac:chgData name="Dmitry Pavlyuk" userId="f91152bf-a3e2-452b-90f4-da347c081975" providerId="ADAL" clId="{A3E7FAE2-F8D2-4335-899C-AAA6F2CA1635}" dt="2026-05-07T05:49:11.593" v="7906" actId="1076"/>
          <ac:picMkLst>
            <pc:docMk/>
            <pc:sldMk cId="2586828428" sldId="295"/>
            <ac:picMk id="9" creationId="{7A45D0DA-F26E-7699-4368-28C84B729F45}"/>
          </ac:picMkLst>
        </pc:picChg>
      </pc:sldChg>
      <pc:sldChg chg="addSp delSp modSp add mod">
        <pc:chgData name="Dmitry Pavlyuk" userId="f91152bf-a3e2-452b-90f4-da347c081975" providerId="ADAL" clId="{A3E7FAE2-F8D2-4335-899C-AAA6F2CA1635}" dt="2026-05-07T06:06:22.346" v="8283" actId="404"/>
        <pc:sldMkLst>
          <pc:docMk/>
          <pc:sldMk cId="1746250482" sldId="296"/>
        </pc:sldMkLst>
        <pc:spChg chg="mod">
          <ac:chgData name="Dmitry Pavlyuk" userId="f91152bf-a3e2-452b-90f4-da347c081975" providerId="ADAL" clId="{A3E7FAE2-F8D2-4335-899C-AAA6F2CA1635}" dt="2026-04-29T06:16:37.761" v="2304" actId="20577"/>
          <ac:spMkLst>
            <pc:docMk/>
            <pc:sldMk cId="1746250482" sldId="296"/>
            <ac:spMk id="2" creationId="{4AF3FEEE-D26A-DC7D-DC45-C0CDF3A75A41}"/>
          </ac:spMkLst>
        </pc:spChg>
        <pc:spChg chg="mod">
          <ac:chgData name="Dmitry Pavlyuk" userId="f91152bf-a3e2-452b-90f4-da347c081975" providerId="ADAL" clId="{A3E7FAE2-F8D2-4335-899C-AAA6F2CA1635}" dt="2026-05-07T06:06:22.346" v="8283" actId="404"/>
          <ac:spMkLst>
            <pc:docMk/>
            <pc:sldMk cId="1746250482" sldId="296"/>
            <ac:spMk id="3" creationId="{50904622-CEA3-921A-8142-74003AFBDA19}"/>
          </ac:spMkLst>
        </pc:spChg>
      </pc:sldChg>
      <pc:sldChg chg="addSp delSp modSp new mod ord">
        <pc:chgData name="Dmitry Pavlyuk" userId="f91152bf-a3e2-452b-90f4-da347c081975" providerId="ADAL" clId="{A3E7FAE2-F8D2-4335-899C-AAA6F2CA1635}" dt="2026-05-07T06:01:53.945" v="8250" actId="1076"/>
        <pc:sldMkLst>
          <pc:docMk/>
          <pc:sldMk cId="906941333" sldId="297"/>
        </pc:sldMkLst>
        <pc:spChg chg="mod">
          <ac:chgData name="Dmitry Pavlyuk" userId="f91152bf-a3e2-452b-90f4-da347c081975" providerId="ADAL" clId="{A3E7FAE2-F8D2-4335-899C-AAA6F2CA1635}" dt="2026-05-06T14:29:43.109" v="7564" actId="20577"/>
          <ac:spMkLst>
            <pc:docMk/>
            <pc:sldMk cId="906941333" sldId="297"/>
            <ac:spMk id="2" creationId="{AD9E8984-B83C-E799-2162-35FC8B476E1F}"/>
          </ac:spMkLst>
        </pc:spChg>
        <pc:spChg chg="add del mod">
          <ac:chgData name="Dmitry Pavlyuk" userId="f91152bf-a3e2-452b-90f4-da347c081975" providerId="ADAL" clId="{A3E7FAE2-F8D2-4335-899C-AAA6F2CA1635}" dt="2026-05-07T06:00:11.595" v="8150" actId="6549"/>
          <ac:spMkLst>
            <pc:docMk/>
            <pc:sldMk cId="906941333" sldId="297"/>
            <ac:spMk id="3" creationId="{FADA62EA-2E1E-DAD3-26BB-48EB623638E7}"/>
          </ac:spMkLst>
        </pc:spChg>
        <pc:spChg chg="add mod">
          <ac:chgData name="Dmitry Pavlyuk" userId="f91152bf-a3e2-452b-90f4-da347c081975" providerId="ADAL" clId="{A3E7FAE2-F8D2-4335-899C-AAA6F2CA1635}" dt="2026-05-07T06:01:53.945" v="8250" actId="1076"/>
          <ac:spMkLst>
            <pc:docMk/>
            <pc:sldMk cId="906941333" sldId="297"/>
            <ac:spMk id="6" creationId="{AED1F407-B3E8-3C64-2FF9-BE92E02357D7}"/>
          </ac:spMkLst>
        </pc:spChg>
        <pc:spChg chg="add mod">
          <ac:chgData name="Dmitry Pavlyuk" userId="f91152bf-a3e2-452b-90f4-da347c081975" providerId="ADAL" clId="{A3E7FAE2-F8D2-4335-899C-AAA6F2CA1635}" dt="2026-05-06T14:49:29.834" v="7738" actId="20577"/>
          <ac:spMkLst>
            <pc:docMk/>
            <pc:sldMk cId="906941333" sldId="297"/>
            <ac:spMk id="11" creationId="{517438CE-2064-847E-2C4B-19C6E8EC1A82}"/>
          </ac:spMkLst>
        </pc:spChg>
        <pc:picChg chg="add mod">
          <ac:chgData name="Dmitry Pavlyuk" userId="f91152bf-a3e2-452b-90f4-da347c081975" providerId="ADAL" clId="{A3E7FAE2-F8D2-4335-899C-AAA6F2CA1635}" dt="2026-05-07T06:00:13.455" v="8151" actId="1076"/>
          <ac:picMkLst>
            <pc:docMk/>
            <pc:sldMk cId="906941333" sldId="297"/>
            <ac:picMk id="5" creationId="{58C08488-0844-D09E-367E-F729AF2BB68B}"/>
          </ac:picMkLst>
        </pc:picChg>
        <pc:picChg chg="add mod">
          <ac:chgData name="Dmitry Pavlyuk" userId="f91152bf-a3e2-452b-90f4-da347c081975" providerId="ADAL" clId="{A3E7FAE2-F8D2-4335-899C-AAA6F2CA1635}" dt="2026-05-07T06:01:49.618" v="8249" actId="1076"/>
          <ac:picMkLst>
            <pc:docMk/>
            <pc:sldMk cId="906941333" sldId="297"/>
            <ac:picMk id="13" creationId="{54C3CC02-4886-1B07-46F4-404157B74072}"/>
          </ac:picMkLst>
        </pc:picChg>
      </pc:sldChg>
      <pc:sldChg chg="modSp new mod">
        <pc:chgData name="Dmitry Pavlyuk" userId="f91152bf-a3e2-452b-90f4-da347c081975" providerId="ADAL" clId="{A3E7FAE2-F8D2-4335-899C-AAA6F2CA1635}" dt="2026-05-07T09:09:04.738" v="8879" actId="179"/>
        <pc:sldMkLst>
          <pc:docMk/>
          <pc:sldMk cId="4064968104" sldId="298"/>
        </pc:sldMkLst>
        <pc:spChg chg="mod">
          <ac:chgData name="Dmitry Pavlyuk" userId="f91152bf-a3e2-452b-90f4-da347c081975" providerId="ADAL" clId="{A3E7FAE2-F8D2-4335-899C-AAA6F2CA1635}" dt="2026-05-06T05:43:52.102" v="5399" actId="20577"/>
          <ac:spMkLst>
            <pc:docMk/>
            <pc:sldMk cId="4064968104" sldId="298"/>
            <ac:spMk id="2" creationId="{C364B921-8B6D-1BF6-1BC7-F8638E441852}"/>
          </ac:spMkLst>
        </pc:spChg>
        <pc:spChg chg="mod">
          <ac:chgData name="Dmitry Pavlyuk" userId="f91152bf-a3e2-452b-90f4-da347c081975" providerId="ADAL" clId="{A3E7FAE2-F8D2-4335-899C-AAA6F2CA1635}" dt="2026-05-07T09:09:04.738" v="8879" actId="179"/>
          <ac:spMkLst>
            <pc:docMk/>
            <pc:sldMk cId="4064968104" sldId="298"/>
            <ac:spMk id="3" creationId="{43DBEE11-2CFD-89AE-6C94-82CAD2DBE542}"/>
          </ac:spMkLst>
        </pc:spChg>
      </pc:sldChg>
      <pc:sldChg chg="addSp delSp modSp add del mod ord">
        <pc:chgData name="Dmitry Pavlyuk" userId="f91152bf-a3e2-452b-90f4-da347c081975" providerId="ADAL" clId="{A3E7FAE2-F8D2-4335-899C-AAA6F2CA1635}" dt="2026-05-06T14:29:15.566" v="7541" actId="47"/>
        <pc:sldMkLst>
          <pc:docMk/>
          <pc:sldMk cId="1145644888" sldId="299"/>
        </pc:sldMkLst>
        <pc:spChg chg="mod">
          <ac:chgData name="Dmitry Pavlyuk" userId="f91152bf-a3e2-452b-90f4-da347c081975" providerId="ADAL" clId="{A3E7FAE2-F8D2-4335-899C-AAA6F2CA1635}" dt="2026-05-06T07:25:10.566" v="5922" actId="1076"/>
          <ac:spMkLst>
            <pc:docMk/>
            <pc:sldMk cId="1145644888" sldId="299"/>
            <ac:spMk id="2" creationId="{4AF3FEEE-D26A-DC7D-DC45-C0CDF3A75A41}"/>
          </ac:spMkLst>
        </pc:spChg>
        <pc:spChg chg="add del mod">
          <ac:chgData name="Dmitry Pavlyuk" userId="f91152bf-a3e2-452b-90f4-da347c081975" providerId="ADAL" clId="{A3E7FAE2-F8D2-4335-899C-AAA6F2CA1635}" dt="2026-05-06T07:22:53.956" v="5795" actId="478"/>
          <ac:spMkLst>
            <pc:docMk/>
            <pc:sldMk cId="1145644888" sldId="299"/>
            <ac:spMk id="3" creationId="{50904622-CEA3-921A-8142-74003AFBDA19}"/>
          </ac:spMkLst>
        </pc:spChg>
        <pc:spChg chg="add mod">
          <ac:chgData name="Dmitry Pavlyuk" userId="f91152bf-a3e2-452b-90f4-da347c081975" providerId="ADAL" clId="{A3E7FAE2-F8D2-4335-899C-AAA6F2CA1635}" dt="2026-05-06T07:24:05.629" v="5820" actId="6549"/>
          <ac:spMkLst>
            <pc:docMk/>
            <pc:sldMk cId="1145644888" sldId="299"/>
            <ac:spMk id="8" creationId="{25EBE104-59DE-527B-2D0C-CA3EB01032EF}"/>
          </ac:spMkLst>
        </pc:spChg>
        <pc:spChg chg="add mod">
          <ac:chgData name="Dmitry Pavlyuk" userId="f91152bf-a3e2-452b-90f4-da347c081975" providerId="ADAL" clId="{A3E7FAE2-F8D2-4335-899C-AAA6F2CA1635}" dt="2026-05-06T07:24:09.275" v="5821"/>
          <ac:spMkLst>
            <pc:docMk/>
            <pc:sldMk cId="1145644888" sldId="299"/>
            <ac:spMk id="11" creationId="{793652C6-7EEE-69C4-A89E-B421A785B613}"/>
          </ac:spMkLst>
        </pc:spChg>
        <pc:spChg chg="add mod">
          <ac:chgData name="Dmitry Pavlyuk" userId="f91152bf-a3e2-452b-90f4-da347c081975" providerId="ADAL" clId="{A3E7FAE2-F8D2-4335-899C-AAA6F2CA1635}" dt="2026-05-06T07:26:49.780" v="5972" actId="1035"/>
          <ac:spMkLst>
            <pc:docMk/>
            <pc:sldMk cId="1145644888" sldId="299"/>
            <ac:spMk id="14" creationId="{7BFB0EA9-2E05-857C-765C-9E0748F67234}"/>
          </ac:spMkLst>
        </pc:spChg>
        <pc:spChg chg="add mod">
          <ac:chgData name="Dmitry Pavlyuk" userId="f91152bf-a3e2-452b-90f4-da347c081975" providerId="ADAL" clId="{A3E7FAE2-F8D2-4335-899C-AAA6F2CA1635}" dt="2026-05-06T07:26:49.780" v="5972" actId="1035"/>
          <ac:spMkLst>
            <pc:docMk/>
            <pc:sldMk cId="1145644888" sldId="299"/>
            <ac:spMk id="17" creationId="{36A90CD8-D59D-CBF9-9A3B-AF1C04E9BF80}"/>
          </ac:spMkLst>
        </pc:spChg>
        <pc:spChg chg="add mod">
          <ac:chgData name="Dmitry Pavlyuk" userId="f91152bf-a3e2-452b-90f4-da347c081975" providerId="ADAL" clId="{A3E7FAE2-F8D2-4335-899C-AAA6F2CA1635}" dt="2026-05-06T07:26:16.061" v="5946" actId="1036"/>
          <ac:spMkLst>
            <pc:docMk/>
            <pc:sldMk cId="1145644888" sldId="299"/>
            <ac:spMk id="20" creationId="{E6C4ED3F-9B15-518E-8014-5ADA734CAE51}"/>
          </ac:spMkLst>
        </pc:spChg>
        <pc:spChg chg="add del mod">
          <ac:chgData name="Dmitry Pavlyuk" userId="f91152bf-a3e2-452b-90f4-da347c081975" providerId="ADAL" clId="{A3E7FAE2-F8D2-4335-899C-AAA6F2CA1635}" dt="2026-05-06T07:11:01.356" v="5749" actId="478"/>
          <ac:spMkLst>
            <pc:docMk/>
            <pc:sldMk cId="1145644888" sldId="299"/>
            <ac:spMk id="24" creationId="{4466F85D-762E-8A0D-E13B-6F039C186B68}"/>
          </ac:spMkLst>
        </pc:spChg>
        <pc:spChg chg="add mod">
          <ac:chgData name="Dmitry Pavlyuk" userId="f91152bf-a3e2-452b-90f4-da347c081975" providerId="ADAL" clId="{A3E7FAE2-F8D2-4335-899C-AAA6F2CA1635}" dt="2026-05-06T07:26:16.061" v="5946" actId="1036"/>
          <ac:spMkLst>
            <pc:docMk/>
            <pc:sldMk cId="1145644888" sldId="299"/>
            <ac:spMk id="25" creationId="{C1A6B88B-AC99-4FAE-D738-F05AD3FBA389}"/>
          </ac:spMkLst>
        </pc:spChg>
        <pc:spChg chg="add del mod">
          <ac:chgData name="Dmitry Pavlyuk" userId="f91152bf-a3e2-452b-90f4-da347c081975" providerId="ADAL" clId="{A3E7FAE2-F8D2-4335-899C-AAA6F2CA1635}" dt="2026-05-06T07:22:56.989" v="5796" actId="478"/>
          <ac:spMkLst>
            <pc:docMk/>
            <pc:sldMk cId="1145644888" sldId="299"/>
            <ac:spMk id="27" creationId="{885A4F21-3540-CEBF-340E-18050586321A}"/>
          </ac:spMkLst>
        </pc:spChg>
        <pc:picChg chg="add del mod">
          <ac:chgData name="Dmitry Pavlyuk" userId="f91152bf-a3e2-452b-90f4-da347c081975" providerId="ADAL" clId="{A3E7FAE2-F8D2-4335-899C-AAA6F2CA1635}" dt="2026-05-06T06:03:54.620" v="5509" actId="478"/>
          <ac:picMkLst>
            <pc:docMk/>
            <pc:sldMk cId="1145644888" sldId="299"/>
            <ac:picMk id="5" creationId="{DC179A3C-BEFA-D0A7-E476-E8D4D14F3D1F}"/>
          </ac:picMkLst>
        </pc:picChg>
        <pc:picChg chg="add mod">
          <ac:chgData name="Dmitry Pavlyuk" userId="f91152bf-a3e2-452b-90f4-da347c081975" providerId="ADAL" clId="{A3E7FAE2-F8D2-4335-899C-AAA6F2CA1635}" dt="2026-05-06T07:23:13.697" v="5802" actId="1076"/>
          <ac:picMkLst>
            <pc:docMk/>
            <pc:sldMk cId="1145644888" sldId="299"/>
            <ac:picMk id="6" creationId="{5C03C1BC-4460-3238-F045-DC83DAF473CE}"/>
          </ac:picMkLst>
        </pc:picChg>
        <pc:picChg chg="add mod">
          <ac:chgData name="Dmitry Pavlyuk" userId="f91152bf-a3e2-452b-90f4-da347c081975" providerId="ADAL" clId="{A3E7FAE2-F8D2-4335-899C-AAA6F2CA1635}" dt="2026-05-06T07:23:37.296" v="5809" actId="1076"/>
          <ac:picMkLst>
            <pc:docMk/>
            <pc:sldMk cId="1145644888" sldId="299"/>
            <ac:picMk id="10" creationId="{9DE23883-CF62-6166-6180-D0A1583BE0E9}"/>
          </ac:picMkLst>
        </pc:picChg>
        <pc:picChg chg="add mod">
          <ac:chgData name="Dmitry Pavlyuk" userId="f91152bf-a3e2-452b-90f4-da347c081975" providerId="ADAL" clId="{A3E7FAE2-F8D2-4335-899C-AAA6F2CA1635}" dt="2026-05-06T07:26:49.780" v="5972" actId="1035"/>
          <ac:picMkLst>
            <pc:docMk/>
            <pc:sldMk cId="1145644888" sldId="299"/>
            <ac:picMk id="13" creationId="{36C1980B-BCCE-5AD1-9F88-F4CDAC8F9FB0}"/>
          </ac:picMkLst>
        </pc:picChg>
        <pc:picChg chg="add mod">
          <ac:chgData name="Dmitry Pavlyuk" userId="f91152bf-a3e2-452b-90f4-da347c081975" providerId="ADAL" clId="{A3E7FAE2-F8D2-4335-899C-AAA6F2CA1635}" dt="2026-05-06T07:26:49.780" v="5972" actId="1035"/>
          <ac:picMkLst>
            <pc:docMk/>
            <pc:sldMk cId="1145644888" sldId="299"/>
            <ac:picMk id="16" creationId="{A9FC89EC-CAAB-BCF6-C55A-53BEEF833FD9}"/>
          </ac:picMkLst>
        </pc:picChg>
        <pc:picChg chg="add mod">
          <ac:chgData name="Dmitry Pavlyuk" userId="f91152bf-a3e2-452b-90f4-da347c081975" providerId="ADAL" clId="{A3E7FAE2-F8D2-4335-899C-AAA6F2CA1635}" dt="2026-05-06T07:26:16.061" v="5946" actId="1036"/>
          <ac:picMkLst>
            <pc:docMk/>
            <pc:sldMk cId="1145644888" sldId="299"/>
            <ac:picMk id="19" creationId="{3BEAB990-4DAE-FF6B-AD35-BB0CE91244C6}"/>
          </ac:picMkLst>
        </pc:picChg>
        <pc:picChg chg="add mod">
          <ac:chgData name="Dmitry Pavlyuk" userId="f91152bf-a3e2-452b-90f4-da347c081975" providerId="ADAL" clId="{A3E7FAE2-F8D2-4335-899C-AAA6F2CA1635}" dt="2026-05-06T07:26:16.061" v="5946" actId="1036"/>
          <ac:picMkLst>
            <pc:docMk/>
            <pc:sldMk cId="1145644888" sldId="299"/>
            <ac:picMk id="22" creationId="{096B482A-8217-D8DE-1272-DBC31E71D552}"/>
          </ac:picMkLst>
        </pc:picChg>
      </pc:sldChg>
      <pc:sldChg chg="modSp add del mod">
        <pc:chgData name="Dmitry Pavlyuk" userId="f91152bf-a3e2-452b-90f4-da347c081975" providerId="ADAL" clId="{A3E7FAE2-F8D2-4335-899C-AAA6F2CA1635}" dt="2026-05-02T09:20:20.755" v="5059" actId="47"/>
        <pc:sldMkLst>
          <pc:docMk/>
          <pc:sldMk cId="1420988837" sldId="300"/>
        </pc:sldMkLst>
      </pc:sldChg>
      <pc:sldChg chg="addSp modSp add mod ord">
        <pc:chgData name="Dmitry Pavlyuk" userId="f91152bf-a3e2-452b-90f4-da347c081975" providerId="ADAL" clId="{A3E7FAE2-F8D2-4335-899C-AAA6F2CA1635}" dt="2026-05-06T07:49:24.107" v="6470" actId="20577"/>
        <pc:sldMkLst>
          <pc:docMk/>
          <pc:sldMk cId="1944789353" sldId="301"/>
        </pc:sldMkLst>
        <pc:spChg chg="mod">
          <ac:chgData name="Dmitry Pavlyuk" userId="f91152bf-a3e2-452b-90f4-da347c081975" providerId="ADAL" clId="{A3E7FAE2-F8D2-4335-899C-AAA6F2CA1635}" dt="2026-05-06T07:48:01.352" v="6457" actId="27636"/>
          <ac:spMkLst>
            <pc:docMk/>
            <pc:sldMk cId="1944789353" sldId="301"/>
            <ac:spMk id="2" creationId="{4AF3FEEE-D26A-DC7D-DC45-C0CDF3A75A41}"/>
          </ac:spMkLst>
        </pc:spChg>
        <pc:spChg chg="mod">
          <ac:chgData name="Dmitry Pavlyuk" userId="f91152bf-a3e2-452b-90f4-da347c081975" providerId="ADAL" clId="{A3E7FAE2-F8D2-4335-899C-AAA6F2CA1635}" dt="2026-05-06T07:49:24.107" v="6470" actId="20577"/>
          <ac:spMkLst>
            <pc:docMk/>
            <pc:sldMk cId="1944789353" sldId="301"/>
            <ac:spMk id="3" creationId="{50904622-CEA3-921A-8142-74003AFBDA19}"/>
          </ac:spMkLst>
        </pc:spChg>
        <pc:picChg chg="add mod">
          <ac:chgData name="Dmitry Pavlyuk" userId="f91152bf-a3e2-452b-90f4-da347c081975" providerId="ADAL" clId="{A3E7FAE2-F8D2-4335-899C-AAA6F2CA1635}" dt="2026-05-06T07:49:07.662" v="6461" actId="1076"/>
          <ac:picMkLst>
            <pc:docMk/>
            <pc:sldMk cId="1944789353" sldId="301"/>
            <ac:picMk id="1026" creationId="{322F88B3-89A2-02CD-9A50-3E905C3A2DD6}"/>
          </ac:picMkLst>
        </pc:picChg>
      </pc:sldChg>
      <pc:sldChg chg="addSp delSp modSp add mod ord">
        <pc:chgData name="Dmitry Pavlyuk" userId="f91152bf-a3e2-452b-90f4-da347c081975" providerId="ADAL" clId="{A3E7FAE2-F8D2-4335-899C-AAA6F2CA1635}" dt="2026-05-07T08:58:29.591" v="8763" actId="1076"/>
        <pc:sldMkLst>
          <pc:docMk/>
          <pc:sldMk cId="282036481" sldId="302"/>
        </pc:sldMkLst>
        <pc:spChg chg="mod">
          <ac:chgData name="Dmitry Pavlyuk" userId="f91152bf-a3e2-452b-90f4-da347c081975" providerId="ADAL" clId="{A3E7FAE2-F8D2-4335-899C-AAA6F2CA1635}" dt="2026-05-06T07:47:44.912" v="6453" actId="27636"/>
          <ac:spMkLst>
            <pc:docMk/>
            <pc:sldMk cId="282036481" sldId="302"/>
            <ac:spMk id="2" creationId="{4AF3FEEE-D26A-DC7D-DC45-C0CDF3A75A41}"/>
          </ac:spMkLst>
        </pc:spChg>
        <pc:spChg chg="mod">
          <ac:chgData name="Dmitry Pavlyuk" userId="f91152bf-a3e2-452b-90f4-da347c081975" providerId="ADAL" clId="{A3E7FAE2-F8D2-4335-899C-AAA6F2CA1635}" dt="2026-05-07T08:42:35.600" v="8355" actId="20577"/>
          <ac:spMkLst>
            <pc:docMk/>
            <pc:sldMk cId="282036481" sldId="302"/>
            <ac:spMk id="3" creationId="{50904622-CEA3-921A-8142-74003AFBDA19}"/>
          </ac:spMkLst>
        </pc:spChg>
        <pc:picChg chg="add mod">
          <ac:chgData name="Dmitry Pavlyuk" userId="f91152bf-a3e2-452b-90f4-da347c081975" providerId="ADAL" clId="{A3E7FAE2-F8D2-4335-899C-AAA6F2CA1635}" dt="2026-05-06T07:46:42.290" v="6424" actId="14100"/>
          <ac:picMkLst>
            <pc:docMk/>
            <pc:sldMk cId="282036481" sldId="302"/>
            <ac:picMk id="5" creationId="{B5DED8E0-6429-2776-4E54-D8D07774D3ED}"/>
          </ac:picMkLst>
        </pc:picChg>
        <pc:picChg chg="add mod">
          <ac:chgData name="Dmitry Pavlyuk" userId="f91152bf-a3e2-452b-90f4-da347c081975" providerId="ADAL" clId="{A3E7FAE2-F8D2-4335-899C-AAA6F2CA1635}" dt="2026-05-07T08:58:29.591" v="8763" actId="1076"/>
          <ac:picMkLst>
            <pc:docMk/>
            <pc:sldMk cId="282036481" sldId="302"/>
            <ac:picMk id="6" creationId="{BF0450AC-2DD1-A9B5-09CF-1E12124DD7F4}"/>
          </ac:picMkLst>
        </pc:picChg>
        <pc:picChg chg="add del mod">
          <ac:chgData name="Dmitry Pavlyuk" userId="f91152bf-a3e2-452b-90f4-da347c081975" providerId="ADAL" clId="{A3E7FAE2-F8D2-4335-899C-AAA6F2CA1635}" dt="2026-05-06T07:46:23.120" v="6417" actId="478"/>
          <ac:picMkLst>
            <pc:docMk/>
            <pc:sldMk cId="282036481" sldId="302"/>
            <ac:picMk id="2050" creationId="{741F0BED-76FE-B832-9E44-70C6142236D9}"/>
          </ac:picMkLst>
        </pc:picChg>
      </pc:sldChg>
      <pc:sldChg chg="addSp delSp modSp add mod">
        <pc:chgData name="Dmitry Pavlyuk" userId="f91152bf-a3e2-452b-90f4-da347c081975" providerId="ADAL" clId="{A3E7FAE2-F8D2-4335-899C-AAA6F2CA1635}" dt="2026-05-07T09:01:11.861" v="8811" actId="14100"/>
        <pc:sldMkLst>
          <pc:docMk/>
          <pc:sldMk cId="3745549178" sldId="303"/>
        </pc:sldMkLst>
        <pc:spChg chg="mod">
          <ac:chgData name="Dmitry Pavlyuk" userId="f91152bf-a3e2-452b-90f4-da347c081975" providerId="ADAL" clId="{A3E7FAE2-F8D2-4335-899C-AAA6F2CA1635}" dt="2026-05-06T10:19:53.477" v="7208" actId="27636"/>
          <ac:spMkLst>
            <pc:docMk/>
            <pc:sldMk cId="3745549178" sldId="303"/>
            <ac:spMk id="2" creationId="{4AF3FEEE-D26A-DC7D-DC45-C0CDF3A75A41}"/>
          </ac:spMkLst>
        </pc:spChg>
        <pc:spChg chg="mod">
          <ac:chgData name="Dmitry Pavlyuk" userId="f91152bf-a3e2-452b-90f4-da347c081975" providerId="ADAL" clId="{A3E7FAE2-F8D2-4335-899C-AAA6F2CA1635}" dt="2026-05-07T09:01:11.861" v="8811" actId="14100"/>
          <ac:spMkLst>
            <pc:docMk/>
            <pc:sldMk cId="3745549178" sldId="303"/>
            <ac:spMk id="3" creationId="{50904622-CEA3-921A-8142-74003AFBDA19}"/>
          </ac:spMkLst>
        </pc:spChg>
        <pc:picChg chg="add del mod">
          <ac:chgData name="Dmitry Pavlyuk" userId="f91152bf-a3e2-452b-90f4-da347c081975" providerId="ADAL" clId="{A3E7FAE2-F8D2-4335-899C-AAA6F2CA1635}" dt="2026-05-06T09:57:17.551" v="6965" actId="478"/>
          <ac:picMkLst>
            <pc:docMk/>
            <pc:sldMk cId="3745549178" sldId="303"/>
            <ac:picMk id="4" creationId="{9298722C-1013-4F00-84C7-E677F3B1E249}"/>
          </ac:picMkLst>
        </pc:picChg>
        <pc:picChg chg="add mod">
          <ac:chgData name="Dmitry Pavlyuk" userId="f91152bf-a3e2-452b-90f4-da347c081975" providerId="ADAL" clId="{A3E7FAE2-F8D2-4335-899C-AAA6F2CA1635}" dt="2026-05-06T10:08:12.788" v="7026"/>
          <ac:picMkLst>
            <pc:docMk/>
            <pc:sldMk cId="3745549178" sldId="303"/>
            <ac:picMk id="5" creationId="{F2375B49-DAAC-4F71-E30B-FD2E1402F25B}"/>
          </ac:picMkLst>
        </pc:picChg>
      </pc:sldChg>
      <pc:sldChg chg="addSp modSp add mod ord">
        <pc:chgData name="Dmitry Pavlyuk" userId="f91152bf-a3e2-452b-90f4-da347c081975" providerId="ADAL" clId="{A3E7FAE2-F8D2-4335-899C-AAA6F2CA1635}" dt="2026-05-07T09:00:08.487" v="8781" actId="20577"/>
        <pc:sldMkLst>
          <pc:docMk/>
          <pc:sldMk cId="3563535250" sldId="304"/>
        </pc:sldMkLst>
        <pc:spChg chg="mod">
          <ac:chgData name="Dmitry Pavlyuk" userId="f91152bf-a3e2-452b-90f4-da347c081975" providerId="ADAL" clId="{A3E7FAE2-F8D2-4335-899C-AAA6F2CA1635}" dt="2026-05-06T07:57:02.343" v="6939" actId="27636"/>
          <ac:spMkLst>
            <pc:docMk/>
            <pc:sldMk cId="3563535250" sldId="304"/>
            <ac:spMk id="2" creationId="{4AF3FEEE-D26A-DC7D-DC45-C0CDF3A75A41}"/>
          </ac:spMkLst>
        </pc:spChg>
        <pc:spChg chg="mod">
          <ac:chgData name="Dmitry Pavlyuk" userId="f91152bf-a3e2-452b-90f4-da347c081975" providerId="ADAL" clId="{A3E7FAE2-F8D2-4335-899C-AAA6F2CA1635}" dt="2026-05-07T09:00:08.487" v="8781" actId="20577"/>
          <ac:spMkLst>
            <pc:docMk/>
            <pc:sldMk cId="3563535250" sldId="304"/>
            <ac:spMk id="3" creationId="{50904622-CEA3-921A-8142-74003AFBDA19}"/>
          </ac:spMkLst>
        </pc:spChg>
        <pc:spChg chg="add mod">
          <ac:chgData name="Dmitry Pavlyuk" userId="f91152bf-a3e2-452b-90f4-da347c081975" providerId="ADAL" clId="{A3E7FAE2-F8D2-4335-899C-AAA6F2CA1635}" dt="2026-05-06T10:06:47.056" v="6995" actId="1076"/>
          <ac:spMkLst>
            <pc:docMk/>
            <pc:sldMk cId="3563535250" sldId="304"/>
            <ac:spMk id="6" creationId="{7AF104C3-4061-A532-A122-6AEEC12684B5}"/>
          </ac:spMkLst>
        </pc:spChg>
        <pc:picChg chg="add mod">
          <ac:chgData name="Dmitry Pavlyuk" userId="f91152bf-a3e2-452b-90f4-da347c081975" providerId="ADAL" clId="{A3E7FAE2-F8D2-4335-899C-AAA6F2CA1635}" dt="2026-05-06T10:05:55.137" v="6971" actId="1076"/>
          <ac:picMkLst>
            <pc:docMk/>
            <pc:sldMk cId="3563535250" sldId="304"/>
            <ac:picMk id="5" creationId="{C69B6F35-2796-673E-552F-C1057706739F}"/>
          </ac:picMkLst>
        </pc:picChg>
      </pc:sldChg>
      <pc:sldChg chg="addSp delSp modSp add del mod">
        <pc:chgData name="Dmitry Pavlyuk" userId="f91152bf-a3e2-452b-90f4-da347c081975" providerId="ADAL" clId="{A3E7FAE2-F8D2-4335-899C-AAA6F2CA1635}" dt="2026-05-06T10:08:21.018" v="7028" actId="47"/>
        <pc:sldMkLst>
          <pc:docMk/>
          <pc:sldMk cId="1362031693" sldId="305"/>
        </pc:sldMkLst>
      </pc:sldChg>
      <pc:sldChg chg="del">
        <pc:chgData name="Dmitry Pavlyuk" userId="f91152bf-a3e2-452b-90f4-da347c081975" providerId="ADAL" clId="{A3E7FAE2-F8D2-4335-899C-AAA6F2CA1635}" dt="2026-05-06T05:44:00.798" v="5400" actId="47"/>
        <pc:sldMkLst>
          <pc:docMk/>
          <pc:sldMk cId="1155494496" sldId="306"/>
        </pc:sldMkLst>
      </pc:sldChg>
      <pc:sldChg chg="addSp modSp mod">
        <pc:chgData name="Dmitry Pavlyuk" userId="f91152bf-a3e2-452b-90f4-da347c081975" providerId="ADAL" clId="{A3E7FAE2-F8D2-4335-899C-AAA6F2CA1635}" dt="2026-05-06T05:47:10.770" v="5433" actId="14100"/>
        <pc:sldMkLst>
          <pc:docMk/>
          <pc:sldMk cId="708373796" sldId="308"/>
        </pc:sldMkLst>
        <pc:spChg chg="add mod">
          <ac:chgData name="Dmitry Pavlyuk" userId="f91152bf-a3e2-452b-90f4-da347c081975" providerId="ADAL" clId="{A3E7FAE2-F8D2-4335-899C-AAA6F2CA1635}" dt="2026-05-06T05:47:10.770" v="5433" actId="14100"/>
          <ac:spMkLst>
            <pc:docMk/>
            <pc:sldMk cId="708373796" sldId="308"/>
            <ac:spMk id="4" creationId="{3E7F1C97-EC1A-AABF-8A11-1C6BC12C863F}"/>
          </ac:spMkLst>
        </pc:spChg>
        <pc:picChg chg="mod">
          <ac:chgData name="Dmitry Pavlyuk" userId="f91152bf-a3e2-452b-90f4-da347c081975" providerId="ADAL" clId="{A3E7FAE2-F8D2-4335-899C-AAA6F2CA1635}" dt="2026-05-06T05:46:53.676" v="5430" actId="1076"/>
          <ac:picMkLst>
            <pc:docMk/>
            <pc:sldMk cId="708373796" sldId="308"/>
            <ac:picMk id="22" creationId="{0D4BC881-9B14-EE35-91C2-439491A6778C}"/>
          </ac:picMkLst>
        </pc:picChg>
      </pc:sldChg>
      <pc:sldChg chg="modSp new mod ord">
        <pc:chgData name="Dmitry Pavlyuk" userId="f91152bf-a3e2-452b-90f4-da347c081975" providerId="ADAL" clId="{A3E7FAE2-F8D2-4335-899C-AAA6F2CA1635}" dt="2026-05-07T06:03:28.493" v="8266" actId="20577"/>
        <pc:sldMkLst>
          <pc:docMk/>
          <pc:sldMk cId="4214589848" sldId="309"/>
        </pc:sldMkLst>
        <pc:spChg chg="mod">
          <ac:chgData name="Dmitry Pavlyuk" userId="f91152bf-a3e2-452b-90f4-da347c081975" providerId="ADAL" clId="{A3E7FAE2-F8D2-4335-899C-AAA6F2CA1635}" dt="2026-05-06T14:29:51.436" v="7574" actId="20577"/>
          <ac:spMkLst>
            <pc:docMk/>
            <pc:sldMk cId="4214589848" sldId="309"/>
            <ac:spMk id="2" creationId="{7F771A05-CFE4-E1B2-205D-822DFCA2C2C7}"/>
          </ac:spMkLst>
        </pc:spChg>
        <pc:spChg chg="mod">
          <ac:chgData name="Dmitry Pavlyuk" userId="f91152bf-a3e2-452b-90f4-da347c081975" providerId="ADAL" clId="{A3E7FAE2-F8D2-4335-899C-AAA6F2CA1635}" dt="2026-05-07T06:03:28.493" v="8266" actId="20577"/>
          <ac:spMkLst>
            <pc:docMk/>
            <pc:sldMk cId="4214589848" sldId="309"/>
            <ac:spMk id="3" creationId="{DD866C4A-C4F5-1B3D-8117-AD21ABCC0EEA}"/>
          </ac:spMkLst>
        </pc:spChg>
      </pc:sldChg>
      <pc:sldChg chg="modSp new mod">
        <pc:chgData name="Dmitry Pavlyuk" userId="f91152bf-a3e2-452b-90f4-da347c081975" providerId="ADAL" clId="{A3E7FAE2-F8D2-4335-899C-AAA6F2CA1635}" dt="2026-05-06T11:08:56.248" v="7414" actId="20577"/>
        <pc:sldMkLst>
          <pc:docMk/>
          <pc:sldMk cId="3524055633" sldId="310"/>
        </pc:sldMkLst>
        <pc:spChg chg="mod">
          <ac:chgData name="Dmitry Pavlyuk" userId="f91152bf-a3e2-452b-90f4-da347c081975" providerId="ADAL" clId="{A3E7FAE2-F8D2-4335-899C-AAA6F2CA1635}" dt="2026-05-06T11:06:51.919" v="7280" actId="27636"/>
          <ac:spMkLst>
            <pc:docMk/>
            <pc:sldMk cId="3524055633" sldId="310"/>
            <ac:spMk id="2" creationId="{C8F54E30-5127-6745-16F7-85A75F073B3F}"/>
          </ac:spMkLst>
        </pc:spChg>
        <pc:spChg chg="mod">
          <ac:chgData name="Dmitry Pavlyuk" userId="f91152bf-a3e2-452b-90f4-da347c081975" providerId="ADAL" clId="{A3E7FAE2-F8D2-4335-899C-AAA6F2CA1635}" dt="2026-05-06T11:08:56.248" v="7414" actId="20577"/>
          <ac:spMkLst>
            <pc:docMk/>
            <pc:sldMk cId="3524055633" sldId="310"/>
            <ac:spMk id="3" creationId="{8332E7B1-6630-5E12-9D2B-FEDA175104CC}"/>
          </ac:spMkLst>
        </pc:spChg>
      </pc:sldChg>
      <pc:sldChg chg="addSp delSp modSp new mod">
        <pc:chgData name="Dmitry Pavlyuk" userId="f91152bf-a3e2-452b-90f4-da347c081975" providerId="ADAL" clId="{A3E7FAE2-F8D2-4335-899C-AAA6F2CA1635}" dt="2026-05-07T09:05:01.077" v="8861" actId="5793"/>
        <pc:sldMkLst>
          <pc:docMk/>
          <pc:sldMk cId="1137289329" sldId="311"/>
        </pc:sldMkLst>
        <pc:spChg chg="mod">
          <ac:chgData name="Dmitry Pavlyuk" userId="f91152bf-a3e2-452b-90f4-da347c081975" providerId="ADAL" clId="{A3E7FAE2-F8D2-4335-899C-AAA6F2CA1635}" dt="2026-05-07T08:44:56.401" v="8448" actId="20577"/>
          <ac:spMkLst>
            <pc:docMk/>
            <pc:sldMk cId="1137289329" sldId="311"/>
            <ac:spMk id="2" creationId="{C2A259D8-E9B1-47A4-A928-D08CE5AC3991}"/>
          </ac:spMkLst>
        </pc:spChg>
        <pc:spChg chg="mod">
          <ac:chgData name="Dmitry Pavlyuk" userId="f91152bf-a3e2-452b-90f4-da347c081975" providerId="ADAL" clId="{A3E7FAE2-F8D2-4335-899C-AAA6F2CA1635}" dt="2026-05-07T09:05:01.077" v="8861" actId="5793"/>
          <ac:spMkLst>
            <pc:docMk/>
            <pc:sldMk cId="1137289329" sldId="311"/>
            <ac:spMk id="3" creationId="{F60748D8-F0C2-B1F8-2138-1C75A3E60575}"/>
          </ac:spMkLst>
        </pc:spChg>
        <pc:spChg chg="add del mod">
          <ac:chgData name="Dmitry Pavlyuk" userId="f91152bf-a3e2-452b-90f4-da347c081975" providerId="ADAL" clId="{A3E7FAE2-F8D2-4335-899C-AAA6F2CA1635}" dt="2026-05-07T09:04:56.705" v="8859" actId="478"/>
          <ac:spMkLst>
            <pc:docMk/>
            <pc:sldMk cId="1137289329" sldId="311"/>
            <ac:spMk id="6" creationId="{7D65E3DE-E257-8BA2-660E-60DD676ED2FA}"/>
          </ac:spMkLst>
        </pc:spChg>
        <pc:picChg chg="add del mod">
          <ac:chgData name="Dmitry Pavlyuk" userId="f91152bf-a3e2-452b-90f4-da347c081975" providerId="ADAL" clId="{A3E7FAE2-F8D2-4335-899C-AAA6F2CA1635}" dt="2026-05-07T09:04:54.155" v="8858" actId="478"/>
          <ac:picMkLst>
            <pc:docMk/>
            <pc:sldMk cId="1137289329" sldId="311"/>
            <ac:picMk id="4" creationId="{27683E2E-91D5-10E8-5365-12BB74B799F3}"/>
          </ac:picMkLst>
        </pc:picChg>
      </pc:sldChg>
      <pc:sldChg chg="addSp modSp new mod ord">
        <pc:chgData name="Dmitry Pavlyuk" userId="f91152bf-a3e2-452b-90f4-da347c081975" providerId="ADAL" clId="{A3E7FAE2-F8D2-4335-899C-AAA6F2CA1635}" dt="2026-05-07T09:06:22.837" v="8870" actId="1076"/>
        <pc:sldMkLst>
          <pc:docMk/>
          <pc:sldMk cId="292292320" sldId="312"/>
        </pc:sldMkLst>
        <pc:spChg chg="mod">
          <ac:chgData name="Dmitry Pavlyuk" userId="f91152bf-a3e2-452b-90f4-da347c081975" providerId="ADAL" clId="{A3E7FAE2-F8D2-4335-899C-AAA6F2CA1635}" dt="2026-05-06T14:48:17.144" v="7724" actId="27636"/>
          <ac:spMkLst>
            <pc:docMk/>
            <pc:sldMk cId="292292320" sldId="312"/>
            <ac:spMk id="2" creationId="{6F09FD7C-684D-27DD-96CC-2F14316C0EEC}"/>
          </ac:spMkLst>
        </pc:spChg>
        <pc:spChg chg="mod">
          <ac:chgData name="Dmitry Pavlyuk" userId="f91152bf-a3e2-452b-90f4-da347c081975" providerId="ADAL" clId="{A3E7FAE2-F8D2-4335-899C-AAA6F2CA1635}" dt="2026-05-07T05:55:14.092" v="7984" actId="20577"/>
          <ac:spMkLst>
            <pc:docMk/>
            <pc:sldMk cId="292292320" sldId="312"/>
            <ac:spMk id="3" creationId="{CB0B456F-3DC0-72B8-D5DE-44D5C36AAADB}"/>
          </ac:spMkLst>
        </pc:spChg>
        <pc:spChg chg="add mod">
          <ac:chgData name="Dmitry Pavlyuk" userId="f91152bf-a3e2-452b-90f4-da347c081975" providerId="ADAL" clId="{A3E7FAE2-F8D2-4335-899C-AAA6F2CA1635}" dt="2026-05-07T09:06:22.837" v="8870" actId="1076"/>
          <ac:spMkLst>
            <pc:docMk/>
            <pc:sldMk cId="292292320" sldId="312"/>
            <ac:spMk id="5" creationId="{7646FC56-FDBA-9B93-2555-B32980810053}"/>
          </ac:spMkLst>
        </pc:spChg>
        <pc:picChg chg="add mod">
          <ac:chgData name="Dmitry Pavlyuk" userId="f91152bf-a3e2-452b-90f4-da347c081975" providerId="ADAL" clId="{A3E7FAE2-F8D2-4335-899C-AAA6F2CA1635}" dt="2026-05-07T09:06:22.837" v="8870" actId="1076"/>
          <ac:picMkLst>
            <pc:docMk/>
            <pc:sldMk cId="292292320" sldId="312"/>
            <ac:picMk id="4" creationId="{818DC00A-1089-CB31-C99F-8572EBDFAD04}"/>
          </ac:picMkLst>
        </pc:picChg>
      </pc:sldChg>
      <pc:sldChg chg="new del">
        <pc:chgData name="Dmitry Pavlyuk" userId="f91152bf-a3e2-452b-90f4-da347c081975" providerId="ADAL" clId="{A3E7FAE2-F8D2-4335-899C-AAA6F2CA1635}" dt="2026-05-06T11:11:54.027" v="7482" actId="680"/>
        <pc:sldMkLst>
          <pc:docMk/>
          <pc:sldMk cId="2744184508" sldId="312"/>
        </pc:sldMkLst>
      </pc:sldChg>
      <pc:sldChg chg="modSp add mod">
        <pc:chgData name="Dmitry Pavlyuk" userId="f91152bf-a3e2-452b-90f4-da347c081975" providerId="ADAL" clId="{A3E7FAE2-F8D2-4335-899C-AAA6F2CA1635}" dt="2026-05-07T06:05:45.103" v="8279" actId="6549"/>
        <pc:sldMkLst>
          <pc:docMk/>
          <pc:sldMk cId="422723563" sldId="313"/>
        </pc:sldMkLst>
        <pc:spChg chg="mod">
          <ac:chgData name="Dmitry Pavlyuk" userId="f91152bf-a3e2-452b-90f4-da347c081975" providerId="ADAL" clId="{A3E7FAE2-F8D2-4335-899C-AAA6F2CA1635}" dt="2026-05-07T06:05:37.025" v="8274" actId="6549"/>
          <ac:spMkLst>
            <pc:docMk/>
            <pc:sldMk cId="422723563" sldId="313"/>
            <ac:spMk id="8" creationId="{25EBE104-59DE-527B-2D0C-CA3EB01032EF}"/>
          </ac:spMkLst>
        </pc:spChg>
        <pc:spChg chg="mod">
          <ac:chgData name="Dmitry Pavlyuk" userId="f91152bf-a3e2-452b-90f4-da347c081975" providerId="ADAL" clId="{A3E7FAE2-F8D2-4335-899C-AAA6F2CA1635}" dt="2026-05-07T06:05:38.703" v="8275" actId="6549"/>
          <ac:spMkLst>
            <pc:docMk/>
            <pc:sldMk cId="422723563" sldId="313"/>
            <ac:spMk id="11" creationId="{793652C6-7EEE-69C4-A89E-B421A785B613}"/>
          </ac:spMkLst>
        </pc:spChg>
        <pc:spChg chg="mod">
          <ac:chgData name="Dmitry Pavlyuk" userId="f91152bf-a3e2-452b-90f4-da347c081975" providerId="ADAL" clId="{A3E7FAE2-F8D2-4335-899C-AAA6F2CA1635}" dt="2026-05-07T06:05:41.682" v="8277" actId="6549"/>
          <ac:spMkLst>
            <pc:docMk/>
            <pc:sldMk cId="422723563" sldId="313"/>
            <ac:spMk id="14" creationId="{7BFB0EA9-2E05-857C-765C-9E0748F67234}"/>
          </ac:spMkLst>
        </pc:spChg>
        <pc:spChg chg="mod">
          <ac:chgData name="Dmitry Pavlyuk" userId="f91152bf-a3e2-452b-90f4-da347c081975" providerId="ADAL" clId="{A3E7FAE2-F8D2-4335-899C-AAA6F2CA1635}" dt="2026-05-07T06:05:40.208" v="8276" actId="6549"/>
          <ac:spMkLst>
            <pc:docMk/>
            <pc:sldMk cId="422723563" sldId="313"/>
            <ac:spMk id="17" creationId="{36A90CD8-D59D-CBF9-9A3B-AF1C04E9BF80}"/>
          </ac:spMkLst>
        </pc:spChg>
        <pc:spChg chg="mod">
          <ac:chgData name="Dmitry Pavlyuk" userId="f91152bf-a3e2-452b-90f4-da347c081975" providerId="ADAL" clId="{A3E7FAE2-F8D2-4335-899C-AAA6F2CA1635}" dt="2026-05-07T06:05:43.328" v="8278" actId="6549"/>
          <ac:spMkLst>
            <pc:docMk/>
            <pc:sldMk cId="422723563" sldId="313"/>
            <ac:spMk id="20" creationId="{E6C4ED3F-9B15-518E-8014-5ADA734CAE51}"/>
          </ac:spMkLst>
        </pc:spChg>
        <pc:spChg chg="mod">
          <ac:chgData name="Dmitry Pavlyuk" userId="f91152bf-a3e2-452b-90f4-da347c081975" providerId="ADAL" clId="{A3E7FAE2-F8D2-4335-899C-AAA6F2CA1635}" dt="2026-05-07T06:05:45.103" v="8279" actId="6549"/>
          <ac:spMkLst>
            <pc:docMk/>
            <pc:sldMk cId="422723563" sldId="313"/>
            <ac:spMk id="25" creationId="{C1A6B88B-AC99-4FAE-D738-F05AD3FBA389}"/>
          </ac:spMkLst>
        </pc:spChg>
      </pc:sldChg>
      <pc:sldChg chg="modSp add mod">
        <pc:chgData name="Dmitry Pavlyuk" userId="f91152bf-a3e2-452b-90f4-da347c081975" providerId="ADAL" clId="{A3E7FAE2-F8D2-4335-899C-AAA6F2CA1635}" dt="2026-05-06T14:48:46.577" v="7728" actId="6549"/>
        <pc:sldMkLst>
          <pc:docMk/>
          <pc:sldMk cId="64098969" sldId="314"/>
        </pc:sldMkLst>
        <pc:spChg chg="mod">
          <ac:chgData name="Dmitry Pavlyuk" userId="f91152bf-a3e2-452b-90f4-da347c081975" providerId="ADAL" clId="{A3E7FAE2-F8D2-4335-899C-AAA6F2CA1635}" dt="2026-05-06T14:48:43.905" v="7727" actId="20577"/>
          <ac:spMkLst>
            <pc:docMk/>
            <pc:sldMk cId="64098969" sldId="314"/>
            <ac:spMk id="4" creationId="{6D601F5C-D7A5-68A3-6836-E357F65B57F5}"/>
          </ac:spMkLst>
        </pc:spChg>
        <pc:spChg chg="mod">
          <ac:chgData name="Dmitry Pavlyuk" userId="f91152bf-a3e2-452b-90f4-da347c081975" providerId="ADAL" clId="{A3E7FAE2-F8D2-4335-899C-AAA6F2CA1635}" dt="2026-05-06T14:48:46.577" v="7728" actId="6549"/>
          <ac:spMkLst>
            <pc:docMk/>
            <pc:sldMk cId="64098969" sldId="314"/>
            <ac:spMk id="5" creationId="{B7D5F1C6-FBDD-72B1-60C9-8A0F34F67F4D}"/>
          </ac:spMkLst>
        </pc:spChg>
      </pc:sldChg>
      <pc:sldChg chg="delSp modSp add mod">
        <pc:chgData name="Dmitry Pavlyuk" userId="f91152bf-a3e2-452b-90f4-da347c081975" providerId="ADAL" clId="{A3E7FAE2-F8D2-4335-899C-AAA6F2CA1635}" dt="2026-05-07T09:11:30.225" v="8896" actId="20577"/>
        <pc:sldMkLst>
          <pc:docMk/>
          <pc:sldMk cId="2393491374" sldId="315"/>
        </pc:sldMkLst>
        <pc:spChg chg="mod">
          <ac:chgData name="Dmitry Pavlyuk" userId="f91152bf-a3e2-452b-90f4-da347c081975" providerId="ADAL" clId="{A3E7FAE2-F8D2-4335-899C-AAA6F2CA1635}" dt="2026-05-06T14:59:08.061" v="7799"/>
          <ac:spMkLst>
            <pc:docMk/>
            <pc:sldMk cId="2393491374" sldId="315"/>
            <ac:spMk id="2" creationId="{4AF3FEEE-D26A-DC7D-DC45-C0CDF3A75A41}"/>
          </ac:spMkLst>
        </pc:spChg>
        <pc:spChg chg="mod">
          <ac:chgData name="Dmitry Pavlyuk" userId="f91152bf-a3e2-452b-90f4-da347c081975" providerId="ADAL" clId="{A3E7FAE2-F8D2-4335-899C-AAA6F2CA1635}" dt="2026-05-07T09:11:30.225" v="8896" actId="20577"/>
          <ac:spMkLst>
            <pc:docMk/>
            <pc:sldMk cId="2393491374" sldId="315"/>
            <ac:spMk id="3" creationId="{50904622-CEA3-921A-8142-74003AFBDA19}"/>
          </ac:spMkLst>
        </pc:spChg>
        <pc:picChg chg="mod">
          <ac:chgData name="Dmitry Pavlyuk" userId="f91152bf-a3e2-452b-90f4-da347c081975" providerId="ADAL" clId="{A3E7FAE2-F8D2-4335-899C-AAA6F2CA1635}" dt="2026-05-07T06:26:11.687" v="8328" actId="14100"/>
          <ac:picMkLst>
            <pc:docMk/>
            <pc:sldMk cId="2393491374" sldId="315"/>
            <ac:picMk id="6" creationId="{8C7EB525-04A6-6ED4-EB09-9BDD75B5AE74}"/>
          </ac:picMkLst>
        </pc:picChg>
        <pc:picChg chg="del">
          <ac:chgData name="Dmitry Pavlyuk" userId="f91152bf-a3e2-452b-90f4-da347c081975" providerId="ADAL" clId="{A3E7FAE2-F8D2-4335-899C-AAA6F2CA1635}" dt="2026-05-06T14:55:17.330" v="7776" actId="478"/>
          <ac:picMkLst>
            <pc:docMk/>
            <pc:sldMk cId="2393491374" sldId="315"/>
            <ac:picMk id="1026" creationId="{322F88B3-89A2-02CD-9A50-3E905C3A2DD6}"/>
          </ac:picMkLst>
        </pc:picChg>
      </pc:sldChg>
      <pc:sldChg chg="addSp delSp modSp add mod">
        <pc:chgData name="Dmitry Pavlyuk" userId="f91152bf-a3e2-452b-90f4-da347c081975" providerId="ADAL" clId="{A3E7FAE2-F8D2-4335-899C-AAA6F2CA1635}" dt="2026-05-07T08:58:59.767" v="8776" actId="14100"/>
        <pc:sldMkLst>
          <pc:docMk/>
          <pc:sldMk cId="793638887" sldId="316"/>
        </pc:sldMkLst>
        <pc:spChg chg="mod">
          <ac:chgData name="Dmitry Pavlyuk" userId="f91152bf-a3e2-452b-90f4-da347c081975" providerId="ADAL" clId="{A3E7FAE2-F8D2-4335-899C-AAA6F2CA1635}" dt="2026-05-06T14:59:04.427" v="7798" actId="20577"/>
          <ac:spMkLst>
            <pc:docMk/>
            <pc:sldMk cId="793638887" sldId="316"/>
            <ac:spMk id="2" creationId="{4AF3FEEE-D26A-DC7D-DC45-C0CDF3A75A41}"/>
          </ac:spMkLst>
        </pc:spChg>
        <pc:spChg chg="mod">
          <ac:chgData name="Dmitry Pavlyuk" userId="f91152bf-a3e2-452b-90f4-da347c081975" providerId="ADAL" clId="{A3E7FAE2-F8D2-4335-899C-AAA6F2CA1635}" dt="2026-05-07T08:58:59.767" v="8776" actId="14100"/>
          <ac:spMkLst>
            <pc:docMk/>
            <pc:sldMk cId="793638887" sldId="316"/>
            <ac:spMk id="3" creationId="{50904622-CEA3-921A-8142-74003AFBDA19}"/>
          </ac:spMkLst>
        </pc:spChg>
        <pc:picChg chg="add mod">
          <ac:chgData name="Dmitry Pavlyuk" userId="f91152bf-a3e2-452b-90f4-da347c081975" providerId="ADAL" clId="{A3E7FAE2-F8D2-4335-899C-AAA6F2CA1635}" dt="2026-05-07T08:55:55.275" v="8692" actId="14100"/>
          <ac:picMkLst>
            <pc:docMk/>
            <pc:sldMk cId="793638887" sldId="316"/>
            <ac:picMk id="5" creationId="{0EA60646-1AC1-C6FF-807E-5D1DE1237026}"/>
          </ac:picMkLst>
        </pc:picChg>
        <pc:picChg chg="del">
          <ac:chgData name="Dmitry Pavlyuk" userId="f91152bf-a3e2-452b-90f4-da347c081975" providerId="ADAL" clId="{A3E7FAE2-F8D2-4335-899C-AAA6F2CA1635}" dt="2026-05-06T14:58:44.367" v="7788" actId="478"/>
          <ac:picMkLst>
            <pc:docMk/>
            <pc:sldMk cId="793638887" sldId="316"/>
            <ac:picMk id="5" creationId="{B5DED8E0-6429-2776-4E54-D8D07774D3ED}"/>
          </ac:picMkLst>
        </pc:picChg>
        <pc:picChg chg="add del mod">
          <ac:chgData name="Dmitry Pavlyuk" userId="f91152bf-a3e2-452b-90f4-da347c081975" providerId="ADAL" clId="{A3E7FAE2-F8D2-4335-899C-AAA6F2CA1635}" dt="2026-05-07T08:58:44.659" v="8766" actId="478"/>
          <ac:picMkLst>
            <pc:docMk/>
            <pc:sldMk cId="793638887" sldId="316"/>
            <ac:picMk id="6" creationId="{DAA7C836-7D68-5D34-B892-574309A2BD5D}"/>
          </ac:picMkLst>
        </pc:picChg>
      </pc:sldChg>
      <pc:sldChg chg="delSp modSp add mod">
        <pc:chgData name="Dmitry Pavlyuk" userId="f91152bf-a3e2-452b-90f4-da347c081975" providerId="ADAL" clId="{A3E7FAE2-F8D2-4335-899C-AAA6F2CA1635}" dt="2026-05-07T09:02:28.868" v="8826" actId="478"/>
        <pc:sldMkLst>
          <pc:docMk/>
          <pc:sldMk cId="2433034592" sldId="317"/>
        </pc:sldMkLst>
        <pc:spChg chg="mod">
          <ac:chgData name="Dmitry Pavlyuk" userId="f91152bf-a3e2-452b-90f4-da347c081975" providerId="ADAL" clId="{A3E7FAE2-F8D2-4335-899C-AAA6F2CA1635}" dt="2026-05-07T09:02:17.807" v="8824" actId="20577"/>
          <ac:spMkLst>
            <pc:docMk/>
            <pc:sldMk cId="2433034592" sldId="317"/>
            <ac:spMk id="4" creationId="{6D601F5C-D7A5-68A3-6836-E357F65B57F5}"/>
          </ac:spMkLst>
        </pc:spChg>
        <pc:spChg chg="del mod">
          <ac:chgData name="Dmitry Pavlyuk" userId="f91152bf-a3e2-452b-90f4-da347c081975" providerId="ADAL" clId="{A3E7FAE2-F8D2-4335-899C-AAA6F2CA1635}" dt="2026-05-07T09:02:28.868" v="8826" actId="478"/>
          <ac:spMkLst>
            <pc:docMk/>
            <pc:sldMk cId="2433034592" sldId="317"/>
            <ac:spMk id="5" creationId="{B7D5F1C6-FBDD-72B1-60C9-8A0F34F67F4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7A6AA-CE51-4BF2-8AA2-0198C6A1959B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86CEE4-A549-4A49-A2D3-2B3D521418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5960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 slide - long titl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 17">
            <a:extLst>
              <a:ext uri="{FF2B5EF4-FFF2-40B4-BE49-F238E27FC236}">
                <a16:creationId xmlns:a16="http://schemas.microsoft.com/office/drawing/2014/main" id="{614C0168-E929-7B5F-97F2-261D05E51369}"/>
              </a:ext>
            </a:extLst>
          </p:cNvPr>
          <p:cNvSpPr/>
          <p:nvPr/>
        </p:nvSpPr>
        <p:spPr>
          <a:xfrm>
            <a:off x="27186" y="0"/>
            <a:ext cx="12164814" cy="6858000"/>
          </a:xfrm>
          <a:prstGeom prst="rect">
            <a:avLst/>
          </a:prstGeom>
          <a:solidFill>
            <a:schemeClr val="bg1"/>
          </a:solidFill>
          <a:ln w="6211" cap="flat">
            <a:noFill/>
            <a:prstDash val="solid"/>
            <a:miter/>
          </a:ln>
          <a:effectLst/>
        </p:spPr>
        <p:txBody>
          <a:bodyPr/>
          <a:lstStyle/>
          <a:p>
            <a:endParaRPr lang="hu-HU" b="0" cap="none" spc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4" name="alakzat_blueberry" descr="A képen Grafika, kreativitá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900654F-426F-71CC-4A94-85825424B2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46" t="20417" r="1" b="13707"/>
          <a:stretch>
            <a:fillRect/>
          </a:stretch>
        </p:blipFill>
        <p:spPr>
          <a:xfrm>
            <a:off x="0" y="0"/>
            <a:ext cx="5962177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A2BB88F-9E77-30E5-FBA3-7E6055D16A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29825" y="711201"/>
            <a:ext cx="4457700" cy="271780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buFont typeface="+mj-lt"/>
              <a:buNone/>
              <a:defRPr sz="3600" b="1" kern="1500" spc="180" baseline="0">
                <a:solidFill>
                  <a:schemeClr val="accent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PRESENTATION </a:t>
            </a:r>
            <a:br>
              <a:rPr lang="hu-HU" dirty="0"/>
            </a:br>
            <a:r>
              <a:rPr lang="hu-HU" dirty="0"/>
              <a:t>TITLE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5DC4F0A-56D4-AE71-1863-B05B34CB7AD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29825" y="3429000"/>
            <a:ext cx="4457700" cy="1091407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spc="200" baseline="0">
                <a:solidFill>
                  <a:srgbClr val="36379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SUBTITLE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F146A34-6048-B570-CEC3-38F21004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29824" y="4520407"/>
            <a:ext cx="4457699" cy="1351359"/>
          </a:xfrm>
        </p:spPr>
        <p:txBody>
          <a:bodyPr anchor="b"/>
          <a:lstStyle>
            <a:lvl1pPr>
              <a:defRPr sz="1800" spc="200" baseline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hu-HU" sz="1800" dirty="0"/>
          </a:p>
        </p:txBody>
      </p:sp>
      <p:pic>
        <p:nvPicPr>
          <p:cNvPr id="9" name="Ábra 8">
            <a:extLst>
              <a:ext uri="{FF2B5EF4-FFF2-40B4-BE49-F238E27FC236}">
                <a16:creationId xmlns:a16="http://schemas.microsoft.com/office/drawing/2014/main" id="{075DB23A-6705-FFCF-E5E6-4DE6393F8F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3692" y="1563690"/>
            <a:ext cx="2767592" cy="322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0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15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zabadkézi sokszög: alakzat 8" hidden="1">
            <a:extLst>
              <a:ext uri="{FF2B5EF4-FFF2-40B4-BE49-F238E27FC236}">
                <a16:creationId xmlns:a16="http://schemas.microsoft.com/office/drawing/2014/main" id="{31437B1E-80C5-F4E7-0486-3F04299CA5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858179" y="-1742628"/>
            <a:ext cx="11344954" cy="10410447"/>
          </a:xfrm>
          <a:custGeom>
            <a:avLst/>
            <a:gdLst>
              <a:gd name="csX0" fmla="*/ 5773199 w 11344954"/>
              <a:gd name="csY0" fmla="*/ 10272331 h 10410447"/>
              <a:gd name="csX1" fmla="*/ 5001116 w 11344954"/>
              <a:gd name="csY1" fmla="*/ 9505163 h 10410447"/>
              <a:gd name="csX2" fmla="*/ 4666045 w 11344954"/>
              <a:gd name="csY2" fmla="*/ 9366990 h 10410447"/>
              <a:gd name="csX3" fmla="*/ 2260750 w 11344954"/>
              <a:gd name="csY3" fmla="*/ 9366990 h 10410447"/>
              <a:gd name="csX4" fmla="*/ 1924604 w 11344954"/>
              <a:gd name="csY4" fmla="*/ 9506238 h 10410447"/>
              <a:gd name="csX5" fmla="*/ 1656778 w 11344954"/>
              <a:gd name="csY5" fmla="*/ 9774064 h 10410447"/>
              <a:gd name="csX6" fmla="*/ 984410 w 11344954"/>
              <a:gd name="csY6" fmla="*/ 9774064 h 10410447"/>
              <a:gd name="csX7" fmla="*/ 866348 w 11344954"/>
              <a:gd name="csY7" fmla="*/ 9656003 h 10410447"/>
              <a:gd name="csX8" fmla="*/ 866348 w 11344954"/>
              <a:gd name="csY8" fmla="*/ 8983636 h 10410447"/>
              <a:gd name="csX9" fmla="*/ 695167 w 11344954"/>
              <a:gd name="csY9" fmla="*/ 9154817 h 10410447"/>
              <a:gd name="csX10" fmla="*/ 0 w 11344954"/>
              <a:gd name="csY10" fmla="*/ 8459806 h 10410447"/>
              <a:gd name="csX11" fmla="*/ 1405072 w 11344954"/>
              <a:gd name="csY11" fmla="*/ 7054739 h 10410447"/>
              <a:gd name="csX12" fmla="*/ 1544320 w 11344954"/>
              <a:gd name="csY12" fmla="*/ 6717289 h 10410447"/>
              <a:gd name="csX13" fmla="*/ 1542478 w 11344954"/>
              <a:gd name="csY13" fmla="*/ 6009919 h 10410447"/>
              <a:gd name="csX14" fmla="*/ 1403230 w 11344954"/>
              <a:gd name="csY14" fmla="*/ 5675003 h 10410447"/>
              <a:gd name="csX15" fmla="*/ 451521 w 11344954"/>
              <a:gd name="csY15" fmla="*/ 4723297 h 10410447"/>
              <a:gd name="csX16" fmla="*/ 312272 w 11344954"/>
              <a:gd name="csY16" fmla="*/ 4387152 h 10410447"/>
              <a:gd name="csX17" fmla="*/ 312272 w 11344954"/>
              <a:gd name="csY17" fmla="*/ 1668595 h 10410447"/>
              <a:gd name="csX18" fmla="*/ 787666 w 11344954"/>
              <a:gd name="csY18" fmla="*/ 1193202 h 10410447"/>
              <a:gd name="csX19" fmla="*/ 2377123 w 11344954"/>
              <a:gd name="csY19" fmla="*/ 1193202 h 10410447"/>
              <a:gd name="csX20" fmla="*/ 2852517 w 11344954"/>
              <a:gd name="csY20" fmla="*/ 717810 h 10410447"/>
              <a:gd name="csX21" fmla="*/ 2852517 w 11344954"/>
              <a:gd name="csY21" fmla="*/ 475392 h 10410447"/>
              <a:gd name="csX22" fmla="*/ 3327911 w 11344954"/>
              <a:gd name="csY22" fmla="*/ 0 h 10410447"/>
              <a:gd name="csX23" fmla="*/ 4590971 w 11344954"/>
              <a:gd name="csY23" fmla="*/ 0 h 10410447"/>
              <a:gd name="csX24" fmla="*/ 4927116 w 11344954"/>
              <a:gd name="csY24" fmla="*/ 139248 h 10410447"/>
              <a:gd name="csX25" fmla="*/ 7877736 w 11344954"/>
              <a:gd name="csY25" fmla="*/ 3089859 h 10410447"/>
              <a:gd name="csX26" fmla="*/ 8550104 w 11344954"/>
              <a:gd name="csY26" fmla="*/ 3089859 h 10410447"/>
              <a:gd name="csX27" fmla="*/ 8644292 w 11344954"/>
              <a:gd name="csY27" fmla="*/ 2995671 h 10410447"/>
              <a:gd name="csX28" fmla="*/ 9316660 w 11344954"/>
              <a:gd name="csY28" fmla="*/ 2995671 h 10410447"/>
              <a:gd name="csX29" fmla="*/ 11205724 w 11344954"/>
              <a:gd name="csY29" fmla="*/ 4884729 h 10410447"/>
              <a:gd name="csX30" fmla="*/ 11204035 w 11344954"/>
              <a:gd name="csY30" fmla="*/ 5558707 h 10410447"/>
              <a:gd name="csX31" fmla="*/ 6442727 w 11344954"/>
              <a:gd name="csY31" fmla="*/ 10272869 h 10410447"/>
              <a:gd name="csX32" fmla="*/ 5773123 w 11344954"/>
              <a:gd name="csY32" fmla="*/ 10272254 h 10410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11344954" h="10410447">
                <a:moveTo>
                  <a:pt x="5773199" y="10272331"/>
                </a:moveTo>
                <a:lnTo>
                  <a:pt x="5001116" y="9505163"/>
                </a:lnTo>
                <a:cubicBezTo>
                  <a:pt x="4912071" y="9416655"/>
                  <a:pt x="4791553" y="9366990"/>
                  <a:pt x="4666045" y="9366990"/>
                </a:cubicBezTo>
                <a:lnTo>
                  <a:pt x="2260750" y="9366990"/>
                </a:lnTo>
                <a:cubicBezTo>
                  <a:pt x="2134628" y="9366990"/>
                  <a:pt x="2013726" y="9417116"/>
                  <a:pt x="1924604" y="9506238"/>
                </a:cubicBezTo>
                <a:lnTo>
                  <a:pt x="1656778" y="9774064"/>
                </a:lnTo>
                <a:cubicBezTo>
                  <a:pt x="1471088" y="9959753"/>
                  <a:pt x="1170100" y="9959753"/>
                  <a:pt x="984410" y="9774064"/>
                </a:cubicBezTo>
                <a:lnTo>
                  <a:pt x="866348" y="9656003"/>
                </a:lnTo>
                <a:cubicBezTo>
                  <a:pt x="680658" y="9470313"/>
                  <a:pt x="680658" y="9169326"/>
                  <a:pt x="866348" y="8983636"/>
                </a:cubicBezTo>
                <a:lnTo>
                  <a:pt x="695167" y="9154817"/>
                </a:lnTo>
                <a:lnTo>
                  <a:pt x="0" y="8459806"/>
                </a:lnTo>
                <a:lnTo>
                  <a:pt x="1405072" y="7054739"/>
                </a:lnTo>
                <a:cubicBezTo>
                  <a:pt x="1494501" y="6965310"/>
                  <a:pt x="1544627" y="6843871"/>
                  <a:pt x="1544320" y="6717289"/>
                </a:cubicBezTo>
                <a:lnTo>
                  <a:pt x="1542478" y="6009919"/>
                </a:lnTo>
                <a:cubicBezTo>
                  <a:pt x="1542171" y="5884259"/>
                  <a:pt x="1492121" y="5763894"/>
                  <a:pt x="1403230" y="5675003"/>
                </a:cubicBezTo>
                <a:lnTo>
                  <a:pt x="451521" y="4723297"/>
                </a:lnTo>
                <a:cubicBezTo>
                  <a:pt x="362399" y="4634175"/>
                  <a:pt x="312272" y="4513197"/>
                  <a:pt x="312272" y="4387152"/>
                </a:cubicBezTo>
                <a:lnTo>
                  <a:pt x="312272" y="1668595"/>
                </a:lnTo>
                <a:cubicBezTo>
                  <a:pt x="312272" y="1406066"/>
                  <a:pt x="525136" y="1193202"/>
                  <a:pt x="787666" y="1193202"/>
                </a:cubicBezTo>
                <a:lnTo>
                  <a:pt x="2377123" y="1193202"/>
                </a:lnTo>
                <a:cubicBezTo>
                  <a:pt x="2639653" y="1193202"/>
                  <a:pt x="2852517" y="980339"/>
                  <a:pt x="2852517" y="717810"/>
                </a:cubicBezTo>
                <a:lnTo>
                  <a:pt x="2852517" y="475392"/>
                </a:lnTo>
                <a:cubicBezTo>
                  <a:pt x="2852517" y="212863"/>
                  <a:pt x="3065381" y="0"/>
                  <a:pt x="3327911" y="0"/>
                </a:cubicBezTo>
                <a:lnTo>
                  <a:pt x="4590971" y="0"/>
                </a:lnTo>
                <a:cubicBezTo>
                  <a:pt x="4717093" y="0"/>
                  <a:pt x="4837994" y="50126"/>
                  <a:pt x="4927116" y="139248"/>
                </a:cubicBezTo>
                <a:lnTo>
                  <a:pt x="7877736" y="3089859"/>
                </a:lnTo>
                <a:cubicBezTo>
                  <a:pt x="8063427" y="3275549"/>
                  <a:pt x="8364414" y="3275549"/>
                  <a:pt x="8550104" y="3089859"/>
                </a:cubicBezTo>
                <a:lnTo>
                  <a:pt x="8644292" y="2995671"/>
                </a:lnTo>
                <a:cubicBezTo>
                  <a:pt x="8829983" y="2809982"/>
                  <a:pt x="9130970" y="2809982"/>
                  <a:pt x="9316660" y="2995671"/>
                </a:cubicBezTo>
                <a:lnTo>
                  <a:pt x="11205724" y="4884729"/>
                </a:lnTo>
                <a:cubicBezTo>
                  <a:pt x="11392028" y="5071033"/>
                  <a:pt x="11391259" y="5373325"/>
                  <a:pt x="11204035" y="5558707"/>
                </a:cubicBezTo>
                <a:lnTo>
                  <a:pt x="6442727" y="10272869"/>
                </a:lnTo>
                <a:cubicBezTo>
                  <a:pt x="6257191" y="10456562"/>
                  <a:pt x="5958352" y="10456255"/>
                  <a:pt x="5773123" y="10272254"/>
                </a:cubicBezTo>
                <a:close/>
              </a:path>
            </a:pathLst>
          </a:custGeom>
          <a:solidFill>
            <a:schemeClr val="tx1"/>
          </a:solidFill>
          <a:ln w="6211" cap="flat">
            <a:noFill/>
            <a:prstDash val="solid"/>
            <a:miter/>
          </a:ln>
        </p:spPr>
        <p:txBody>
          <a:bodyPr/>
          <a:lstStyle/>
          <a:p>
            <a:endParaRPr lang="hu-HU" dirty="0"/>
          </a:p>
        </p:txBody>
      </p:sp>
      <p:pic>
        <p:nvPicPr>
          <p:cNvPr id="28" name="alakzat_blueberry">
            <a:extLst>
              <a:ext uri="{FF2B5EF4-FFF2-40B4-BE49-F238E27FC236}">
                <a16:creationId xmlns:a16="http://schemas.microsoft.com/office/drawing/2014/main" id="{E28C700D-5C37-8A6F-7EAE-740F20F2CF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60" t="16743" b="17035"/>
          <a:stretch>
            <a:fillRect/>
          </a:stretch>
        </p:blipFill>
        <p:spPr>
          <a:xfrm>
            <a:off x="0" y="-1"/>
            <a:ext cx="8483219" cy="6891083"/>
          </a:xfrm>
          <a:prstGeom prst="rect">
            <a:avLst/>
          </a:prstGeom>
        </p:spPr>
      </p:pic>
      <p:sp>
        <p:nvSpPr>
          <p:cNvPr id="12" name="Téglalap 11">
            <a:extLst>
              <a:ext uri="{FF2B5EF4-FFF2-40B4-BE49-F238E27FC236}">
                <a16:creationId xmlns:a16="http://schemas.microsoft.com/office/drawing/2014/main" id="{F3905D87-A91D-4875-9FF0-8E3DFBB3AD3D}"/>
              </a:ext>
            </a:extLst>
          </p:cNvPr>
          <p:cNvSpPr/>
          <p:nvPr userDrawn="1"/>
        </p:nvSpPr>
        <p:spPr>
          <a:xfrm>
            <a:off x="0" y="6217920"/>
            <a:ext cx="12192000" cy="673163"/>
          </a:xfrm>
          <a:prstGeom prst="rect">
            <a:avLst/>
          </a:prstGeom>
          <a:solidFill>
            <a:srgbClr val="3637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14" name="Ábra 13" hidden="1">
            <a:extLst>
              <a:ext uri="{FF2B5EF4-FFF2-40B4-BE49-F238E27FC236}">
                <a16:creationId xmlns:a16="http://schemas.microsoft.com/office/drawing/2014/main" id="{0F1B2E02-736E-238C-D6E2-7E97BE1CC8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0728" y="6350442"/>
            <a:ext cx="3901440" cy="307805"/>
          </a:xfrm>
          <a:prstGeom prst="rect">
            <a:avLst/>
          </a:prstGeom>
        </p:spPr>
      </p:pic>
      <p:pic>
        <p:nvPicPr>
          <p:cNvPr id="13" name="logo lábléc">
            <a:extLst>
              <a:ext uri="{FF2B5EF4-FFF2-40B4-BE49-F238E27FC236}">
                <a16:creationId xmlns:a16="http://schemas.microsoft.com/office/drawing/2014/main" id="{AAC5E94F-17A5-2EC0-8528-10EE2485680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9600" y="6354000"/>
            <a:ext cx="4690800" cy="312719"/>
          </a:xfrm>
          <a:prstGeom prst="rect">
            <a:avLst/>
          </a:prstGeom>
        </p:spPr>
      </p:pic>
      <p:sp>
        <p:nvSpPr>
          <p:cNvPr id="8" name="Szöveg helye 2">
            <a:extLst>
              <a:ext uri="{FF2B5EF4-FFF2-40B4-BE49-F238E27FC236}">
                <a16:creationId xmlns:a16="http://schemas.microsoft.com/office/drawing/2014/main" id="{BD35EFB8-3D37-4782-62B9-87787755E3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1480" y="1905000"/>
            <a:ext cx="4739378" cy="1970499"/>
          </a:xfrm>
          <a:noFill/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36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hu-HU" dirty="0"/>
              <a:t>CHAPTER</a:t>
            </a:r>
          </a:p>
          <a:p>
            <a:pPr lvl="0"/>
            <a:r>
              <a:rPr lang="hu-HU" dirty="0"/>
              <a:t>TITLE</a:t>
            </a:r>
          </a:p>
        </p:txBody>
      </p:sp>
      <p:sp>
        <p:nvSpPr>
          <p:cNvPr id="10" name="Szöveg helye 2">
            <a:extLst>
              <a:ext uri="{FF2B5EF4-FFF2-40B4-BE49-F238E27FC236}">
                <a16:creationId xmlns:a16="http://schemas.microsoft.com/office/drawing/2014/main" id="{22D48F6D-5300-298A-801A-6A95F17BCD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1480" y="3960000"/>
            <a:ext cx="4739378" cy="1553028"/>
          </a:xfrm>
          <a:noFill/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3600">
                <a:solidFill>
                  <a:schemeClr val="bg1"/>
                </a:solidFill>
                <a:latin typeface="+mj-lt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hu-HU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0138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zabadkézi sokszög: alakzat 8" hidden="1">
            <a:extLst>
              <a:ext uri="{FF2B5EF4-FFF2-40B4-BE49-F238E27FC236}">
                <a16:creationId xmlns:a16="http://schemas.microsoft.com/office/drawing/2014/main" id="{31437B1E-80C5-F4E7-0486-3F04299CA5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858179" y="-1742628"/>
            <a:ext cx="11344954" cy="10410447"/>
          </a:xfrm>
          <a:custGeom>
            <a:avLst/>
            <a:gdLst>
              <a:gd name="csX0" fmla="*/ 5773199 w 11344954"/>
              <a:gd name="csY0" fmla="*/ 10272331 h 10410447"/>
              <a:gd name="csX1" fmla="*/ 5001116 w 11344954"/>
              <a:gd name="csY1" fmla="*/ 9505163 h 10410447"/>
              <a:gd name="csX2" fmla="*/ 4666045 w 11344954"/>
              <a:gd name="csY2" fmla="*/ 9366990 h 10410447"/>
              <a:gd name="csX3" fmla="*/ 2260750 w 11344954"/>
              <a:gd name="csY3" fmla="*/ 9366990 h 10410447"/>
              <a:gd name="csX4" fmla="*/ 1924604 w 11344954"/>
              <a:gd name="csY4" fmla="*/ 9506238 h 10410447"/>
              <a:gd name="csX5" fmla="*/ 1656778 w 11344954"/>
              <a:gd name="csY5" fmla="*/ 9774064 h 10410447"/>
              <a:gd name="csX6" fmla="*/ 984410 w 11344954"/>
              <a:gd name="csY6" fmla="*/ 9774064 h 10410447"/>
              <a:gd name="csX7" fmla="*/ 866348 w 11344954"/>
              <a:gd name="csY7" fmla="*/ 9656003 h 10410447"/>
              <a:gd name="csX8" fmla="*/ 866348 w 11344954"/>
              <a:gd name="csY8" fmla="*/ 8983636 h 10410447"/>
              <a:gd name="csX9" fmla="*/ 695167 w 11344954"/>
              <a:gd name="csY9" fmla="*/ 9154817 h 10410447"/>
              <a:gd name="csX10" fmla="*/ 0 w 11344954"/>
              <a:gd name="csY10" fmla="*/ 8459806 h 10410447"/>
              <a:gd name="csX11" fmla="*/ 1405072 w 11344954"/>
              <a:gd name="csY11" fmla="*/ 7054739 h 10410447"/>
              <a:gd name="csX12" fmla="*/ 1544320 w 11344954"/>
              <a:gd name="csY12" fmla="*/ 6717289 h 10410447"/>
              <a:gd name="csX13" fmla="*/ 1542478 w 11344954"/>
              <a:gd name="csY13" fmla="*/ 6009919 h 10410447"/>
              <a:gd name="csX14" fmla="*/ 1403230 w 11344954"/>
              <a:gd name="csY14" fmla="*/ 5675003 h 10410447"/>
              <a:gd name="csX15" fmla="*/ 451521 w 11344954"/>
              <a:gd name="csY15" fmla="*/ 4723297 h 10410447"/>
              <a:gd name="csX16" fmla="*/ 312272 w 11344954"/>
              <a:gd name="csY16" fmla="*/ 4387152 h 10410447"/>
              <a:gd name="csX17" fmla="*/ 312272 w 11344954"/>
              <a:gd name="csY17" fmla="*/ 1668595 h 10410447"/>
              <a:gd name="csX18" fmla="*/ 787666 w 11344954"/>
              <a:gd name="csY18" fmla="*/ 1193202 h 10410447"/>
              <a:gd name="csX19" fmla="*/ 2377123 w 11344954"/>
              <a:gd name="csY19" fmla="*/ 1193202 h 10410447"/>
              <a:gd name="csX20" fmla="*/ 2852517 w 11344954"/>
              <a:gd name="csY20" fmla="*/ 717810 h 10410447"/>
              <a:gd name="csX21" fmla="*/ 2852517 w 11344954"/>
              <a:gd name="csY21" fmla="*/ 475392 h 10410447"/>
              <a:gd name="csX22" fmla="*/ 3327911 w 11344954"/>
              <a:gd name="csY22" fmla="*/ 0 h 10410447"/>
              <a:gd name="csX23" fmla="*/ 4590971 w 11344954"/>
              <a:gd name="csY23" fmla="*/ 0 h 10410447"/>
              <a:gd name="csX24" fmla="*/ 4927116 w 11344954"/>
              <a:gd name="csY24" fmla="*/ 139248 h 10410447"/>
              <a:gd name="csX25" fmla="*/ 7877736 w 11344954"/>
              <a:gd name="csY25" fmla="*/ 3089859 h 10410447"/>
              <a:gd name="csX26" fmla="*/ 8550104 w 11344954"/>
              <a:gd name="csY26" fmla="*/ 3089859 h 10410447"/>
              <a:gd name="csX27" fmla="*/ 8644292 w 11344954"/>
              <a:gd name="csY27" fmla="*/ 2995671 h 10410447"/>
              <a:gd name="csX28" fmla="*/ 9316660 w 11344954"/>
              <a:gd name="csY28" fmla="*/ 2995671 h 10410447"/>
              <a:gd name="csX29" fmla="*/ 11205724 w 11344954"/>
              <a:gd name="csY29" fmla="*/ 4884729 h 10410447"/>
              <a:gd name="csX30" fmla="*/ 11204035 w 11344954"/>
              <a:gd name="csY30" fmla="*/ 5558707 h 10410447"/>
              <a:gd name="csX31" fmla="*/ 6442727 w 11344954"/>
              <a:gd name="csY31" fmla="*/ 10272869 h 10410447"/>
              <a:gd name="csX32" fmla="*/ 5773123 w 11344954"/>
              <a:gd name="csY32" fmla="*/ 10272254 h 10410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11344954" h="10410447">
                <a:moveTo>
                  <a:pt x="5773199" y="10272331"/>
                </a:moveTo>
                <a:lnTo>
                  <a:pt x="5001116" y="9505163"/>
                </a:lnTo>
                <a:cubicBezTo>
                  <a:pt x="4912071" y="9416655"/>
                  <a:pt x="4791553" y="9366990"/>
                  <a:pt x="4666045" y="9366990"/>
                </a:cubicBezTo>
                <a:lnTo>
                  <a:pt x="2260750" y="9366990"/>
                </a:lnTo>
                <a:cubicBezTo>
                  <a:pt x="2134628" y="9366990"/>
                  <a:pt x="2013726" y="9417116"/>
                  <a:pt x="1924604" y="9506238"/>
                </a:cubicBezTo>
                <a:lnTo>
                  <a:pt x="1656778" y="9774064"/>
                </a:lnTo>
                <a:cubicBezTo>
                  <a:pt x="1471088" y="9959753"/>
                  <a:pt x="1170100" y="9959753"/>
                  <a:pt x="984410" y="9774064"/>
                </a:cubicBezTo>
                <a:lnTo>
                  <a:pt x="866348" y="9656003"/>
                </a:lnTo>
                <a:cubicBezTo>
                  <a:pt x="680658" y="9470313"/>
                  <a:pt x="680658" y="9169326"/>
                  <a:pt x="866348" y="8983636"/>
                </a:cubicBezTo>
                <a:lnTo>
                  <a:pt x="695167" y="9154817"/>
                </a:lnTo>
                <a:lnTo>
                  <a:pt x="0" y="8459806"/>
                </a:lnTo>
                <a:lnTo>
                  <a:pt x="1405072" y="7054739"/>
                </a:lnTo>
                <a:cubicBezTo>
                  <a:pt x="1494501" y="6965310"/>
                  <a:pt x="1544627" y="6843871"/>
                  <a:pt x="1544320" y="6717289"/>
                </a:cubicBezTo>
                <a:lnTo>
                  <a:pt x="1542478" y="6009919"/>
                </a:lnTo>
                <a:cubicBezTo>
                  <a:pt x="1542171" y="5884259"/>
                  <a:pt x="1492121" y="5763894"/>
                  <a:pt x="1403230" y="5675003"/>
                </a:cubicBezTo>
                <a:lnTo>
                  <a:pt x="451521" y="4723297"/>
                </a:lnTo>
                <a:cubicBezTo>
                  <a:pt x="362399" y="4634175"/>
                  <a:pt x="312272" y="4513197"/>
                  <a:pt x="312272" y="4387152"/>
                </a:cubicBezTo>
                <a:lnTo>
                  <a:pt x="312272" y="1668595"/>
                </a:lnTo>
                <a:cubicBezTo>
                  <a:pt x="312272" y="1406066"/>
                  <a:pt x="525136" y="1193202"/>
                  <a:pt x="787666" y="1193202"/>
                </a:cubicBezTo>
                <a:lnTo>
                  <a:pt x="2377123" y="1193202"/>
                </a:lnTo>
                <a:cubicBezTo>
                  <a:pt x="2639653" y="1193202"/>
                  <a:pt x="2852517" y="980339"/>
                  <a:pt x="2852517" y="717810"/>
                </a:cubicBezTo>
                <a:lnTo>
                  <a:pt x="2852517" y="475392"/>
                </a:lnTo>
                <a:cubicBezTo>
                  <a:pt x="2852517" y="212863"/>
                  <a:pt x="3065381" y="0"/>
                  <a:pt x="3327911" y="0"/>
                </a:cubicBezTo>
                <a:lnTo>
                  <a:pt x="4590971" y="0"/>
                </a:lnTo>
                <a:cubicBezTo>
                  <a:pt x="4717093" y="0"/>
                  <a:pt x="4837994" y="50126"/>
                  <a:pt x="4927116" y="139248"/>
                </a:cubicBezTo>
                <a:lnTo>
                  <a:pt x="7877736" y="3089859"/>
                </a:lnTo>
                <a:cubicBezTo>
                  <a:pt x="8063427" y="3275549"/>
                  <a:pt x="8364414" y="3275549"/>
                  <a:pt x="8550104" y="3089859"/>
                </a:cubicBezTo>
                <a:lnTo>
                  <a:pt x="8644292" y="2995671"/>
                </a:lnTo>
                <a:cubicBezTo>
                  <a:pt x="8829983" y="2809982"/>
                  <a:pt x="9130970" y="2809982"/>
                  <a:pt x="9316660" y="2995671"/>
                </a:cubicBezTo>
                <a:lnTo>
                  <a:pt x="11205724" y="4884729"/>
                </a:lnTo>
                <a:cubicBezTo>
                  <a:pt x="11392028" y="5071033"/>
                  <a:pt x="11391259" y="5373325"/>
                  <a:pt x="11204035" y="5558707"/>
                </a:cubicBezTo>
                <a:lnTo>
                  <a:pt x="6442727" y="10272869"/>
                </a:lnTo>
                <a:cubicBezTo>
                  <a:pt x="6257191" y="10456562"/>
                  <a:pt x="5958352" y="10456255"/>
                  <a:pt x="5773123" y="10272254"/>
                </a:cubicBezTo>
                <a:close/>
              </a:path>
            </a:pathLst>
          </a:custGeom>
          <a:solidFill>
            <a:schemeClr val="bg1"/>
          </a:solidFill>
          <a:ln w="6211" cap="flat">
            <a:noFill/>
            <a:prstDash val="solid"/>
            <a:miter/>
          </a:ln>
          <a:effectLst>
            <a:outerShdw blurRad="177800" dist="50800" dir="10860000" sx="104000" sy="104000" algn="ctr" rotWithShape="0">
              <a:srgbClr val="447467">
                <a:alpha val="52941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pic>
        <p:nvPicPr>
          <p:cNvPr id="5" name="alakzat_white" descr="A képen fehér, kreativitá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6B9582E-4CA7-602E-445A-6D7283C176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8" t="16612" b="16891"/>
          <a:stretch>
            <a:fillRect/>
          </a:stretch>
        </p:blipFill>
        <p:spPr>
          <a:xfrm>
            <a:off x="0" y="0"/>
            <a:ext cx="8483218" cy="6891083"/>
          </a:xfrm>
          <a:prstGeom prst="rect">
            <a:avLst/>
          </a:prstGeom>
          <a:effectLst>
            <a:outerShdw blurRad="228600" dist="50800" dir="9660000" sx="102000" sy="102000" algn="ctr" rotWithShape="0">
              <a:schemeClr val="accent1">
                <a:lumMod val="75000"/>
              </a:schemeClr>
            </a:outerShdw>
          </a:effectLst>
        </p:spPr>
      </p:pic>
      <p:pic>
        <p:nvPicPr>
          <p:cNvPr id="2" name="alakzat_blueberry" hidden="1">
            <a:extLst>
              <a:ext uri="{FF2B5EF4-FFF2-40B4-BE49-F238E27FC236}">
                <a16:creationId xmlns:a16="http://schemas.microsoft.com/office/drawing/2014/main" id="{13358D41-CD8F-9B0D-6156-922CECDB37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60" t="16743" b="17035"/>
          <a:stretch>
            <a:fillRect/>
          </a:stretch>
        </p:blipFill>
        <p:spPr>
          <a:xfrm>
            <a:off x="0" y="-1"/>
            <a:ext cx="8483219" cy="6891083"/>
          </a:xfrm>
          <a:prstGeom prst="rect">
            <a:avLst/>
          </a:prstGeom>
        </p:spPr>
      </p:pic>
      <p:pic>
        <p:nvPicPr>
          <p:cNvPr id="3" name="alakzat_mint" descr="A képen Grafika, kreativitás látható&#10;&#10;Előfordulhat, hogy az AI által létrehozott tartalom helytelen." hidden="1">
            <a:extLst>
              <a:ext uri="{FF2B5EF4-FFF2-40B4-BE49-F238E27FC236}">
                <a16:creationId xmlns:a16="http://schemas.microsoft.com/office/drawing/2014/main" id="{7CBC2C05-FCF3-F288-B38B-DC1862CD4B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4" t="16743" b="17062"/>
          <a:stretch>
            <a:fillRect/>
          </a:stretch>
        </p:blipFill>
        <p:spPr>
          <a:xfrm>
            <a:off x="-1" y="0"/>
            <a:ext cx="8483219" cy="6891083"/>
          </a:xfrm>
          <a:prstGeom prst="rect">
            <a:avLst/>
          </a:prstGeom>
          <a:effectLst>
            <a:outerShdw blurRad="228600" dist="50800" dir="5400000" sx="102000" sy="102000" algn="ctr" rotWithShape="0">
              <a:schemeClr val="accent1">
                <a:lumMod val="65000"/>
              </a:schemeClr>
            </a:outerShdw>
          </a:effectLst>
        </p:spPr>
      </p:pic>
      <p:sp>
        <p:nvSpPr>
          <p:cNvPr id="12" name="Téglalap 11">
            <a:extLst>
              <a:ext uri="{FF2B5EF4-FFF2-40B4-BE49-F238E27FC236}">
                <a16:creationId xmlns:a16="http://schemas.microsoft.com/office/drawing/2014/main" id="{F3905D87-A91D-4875-9FF0-8E3DFBB3AD3D}"/>
              </a:ext>
            </a:extLst>
          </p:cNvPr>
          <p:cNvSpPr/>
          <p:nvPr userDrawn="1"/>
        </p:nvSpPr>
        <p:spPr>
          <a:xfrm>
            <a:off x="0" y="6217920"/>
            <a:ext cx="12192000" cy="673163"/>
          </a:xfrm>
          <a:prstGeom prst="rect">
            <a:avLst/>
          </a:prstGeom>
          <a:solidFill>
            <a:srgbClr val="3637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logo lábléc">
            <a:extLst>
              <a:ext uri="{FF2B5EF4-FFF2-40B4-BE49-F238E27FC236}">
                <a16:creationId xmlns:a16="http://schemas.microsoft.com/office/drawing/2014/main" id="{FE816FF3-7A87-48B2-A1F7-BB98568A2B2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9600" y="6354000"/>
            <a:ext cx="4690800" cy="312719"/>
          </a:xfrm>
          <a:prstGeom prst="rect">
            <a:avLst/>
          </a:prstGeom>
        </p:spPr>
      </p:pic>
      <p:sp>
        <p:nvSpPr>
          <p:cNvPr id="7" name="Szöveg helye 12">
            <a:extLst>
              <a:ext uri="{FF2B5EF4-FFF2-40B4-BE49-F238E27FC236}">
                <a16:creationId xmlns:a16="http://schemas.microsoft.com/office/drawing/2014/main" id="{3263135F-6889-FF74-2DDC-4216E1A4C5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481" y="564734"/>
            <a:ext cx="3121025" cy="465137"/>
          </a:xfrm>
          <a:noFill/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>
              <a:buFontTx/>
              <a:buNone/>
              <a:defRPr sz="1800">
                <a:solidFill>
                  <a:schemeClr val="bg1"/>
                </a:solidFill>
                <a:latin typeface="Nunito Sans Black" pitchFamily="2" charset="-18"/>
              </a:defRPr>
            </a:lvl2pPr>
            <a:lvl3pPr>
              <a:buFontTx/>
              <a:buNone/>
              <a:defRPr sz="1800">
                <a:solidFill>
                  <a:schemeClr val="bg1"/>
                </a:solidFill>
                <a:latin typeface="Nunito Sans Black" pitchFamily="2" charset="-18"/>
              </a:defRPr>
            </a:lvl3pPr>
            <a:lvl4pPr>
              <a:buFontTx/>
              <a:buNone/>
              <a:defRPr sz="1800">
                <a:solidFill>
                  <a:schemeClr val="bg1"/>
                </a:solidFill>
                <a:latin typeface="Nunito Sans Black" pitchFamily="2" charset="-18"/>
              </a:defRPr>
            </a:lvl4pPr>
            <a:lvl5pPr>
              <a:buFontTx/>
              <a:buNone/>
              <a:defRPr sz="1800">
                <a:solidFill>
                  <a:schemeClr val="bg1"/>
                </a:solidFill>
                <a:latin typeface="Nunito Sans Black" pitchFamily="2" charset="-18"/>
              </a:defRPr>
            </a:lvl5pPr>
          </a:lstStyle>
          <a:p>
            <a:pPr lvl="0"/>
            <a:r>
              <a:rPr lang="hu-HU" dirty="0"/>
              <a:t>LOREM IPSUM</a:t>
            </a:r>
          </a:p>
        </p:txBody>
      </p:sp>
      <p:sp>
        <p:nvSpPr>
          <p:cNvPr id="8" name="Szöveg helye 12">
            <a:extLst>
              <a:ext uri="{FF2B5EF4-FFF2-40B4-BE49-F238E27FC236}">
                <a16:creationId xmlns:a16="http://schemas.microsoft.com/office/drawing/2014/main" id="{807F7128-5D39-D105-2C72-8AF97AFF27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481" y="1364104"/>
            <a:ext cx="11085837" cy="4482059"/>
          </a:xfrm>
          <a:noFill/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buFontTx/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  <a:lvl2pPr>
              <a:buFontTx/>
              <a:buNone/>
              <a:defRPr sz="1800">
                <a:solidFill>
                  <a:schemeClr val="bg1"/>
                </a:solidFill>
                <a:latin typeface="Nunito Sans Black" pitchFamily="2" charset="-18"/>
              </a:defRPr>
            </a:lvl2pPr>
            <a:lvl3pPr>
              <a:buFontTx/>
              <a:buNone/>
              <a:defRPr sz="1800">
                <a:solidFill>
                  <a:schemeClr val="bg1"/>
                </a:solidFill>
                <a:latin typeface="Nunito Sans Black" pitchFamily="2" charset="-18"/>
              </a:defRPr>
            </a:lvl3pPr>
            <a:lvl4pPr>
              <a:buFontTx/>
              <a:buNone/>
              <a:defRPr sz="1800">
                <a:solidFill>
                  <a:schemeClr val="bg1"/>
                </a:solidFill>
                <a:latin typeface="Nunito Sans Black" pitchFamily="2" charset="-18"/>
              </a:defRPr>
            </a:lvl4pPr>
            <a:lvl5pPr>
              <a:buFontTx/>
              <a:buNone/>
              <a:defRPr sz="1800">
                <a:solidFill>
                  <a:schemeClr val="bg1"/>
                </a:solidFill>
                <a:latin typeface="Nunito Sans Black" pitchFamily="2" charset="-18"/>
              </a:defRPr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endParaRPr lang="hu-HU" dirty="0"/>
          </a:p>
          <a:p>
            <a:pPr lvl="0"/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</a:t>
            </a:r>
          </a:p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51044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 17">
            <a:extLst>
              <a:ext uri="{FF2B5EF4-FFF2-40B4-BE49-F238E27FC236}">
                <a16:creationId xmlns:a16="http://schemas.microsoft.com/office/drawing/2014/main" id="{614C0168-E929-7B5F-97F2-261D05E51369}"/>
              </a:ext>
            </a:extLst>
          </p:cNvPr>
          <p:cNvSpPr/>
          <p:nvPr/>
        </p:nvSpPr>
        <p:spPr>
          <a:xfrm>
            <a:off x="27186" y="25400"/>
            <a:ext cx="12164814" cy="6858000"/>
          </a:xfrm>
          <a:prstGeom prst="rect">
            <a:avLst/>
          </a:prstGeom>
          <a:solidFill>
            <a:schemeClr val="bg1"/>
          </a:solidFill>
          <a:ln w="6211" cap="flat">
            <a:noFill/>
            <a:prstDash val="solid"/>
            <a:miter/>
          </a:ln>
          <a:effectLst/>
        </p:spPr>
        <p:txBody>
          <a:bodyPr/>
          <a:lstStyle/>
          <a:p>
            <a:endParaRPr lang="hu-HU" b="0" cap="none" spc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4" name="alakzat_blueberry" descr="A képen Grafika, kreativitá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900654F-426F-71CC-4A94-85825424B2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7" t="19463" r="-490" b="16528"/>
          <a:stretch>
            <a:fillRect/>
          </a:stretch>
        </p:blipFill>
        <p:spPr>
          <a:xfrm>
            <a:off x="-1" y="1"/>
            <a:ext cx="10121031" cy="6858000"/>
          </a:xfrm>
          <a:prstGeom prst="rect">
            <a:avLst/>
          </a:prstGeom>
        </p:spPr>
      </p:pic>
      <p:sp>
        <p:nvSpPr>
          <p:cNvPr id="4" name="Cím 1">
            <a:extLst>
              <a:ext uri="{FF2B5EF4-FFF2-40B4-BE49-F238E27FC236}">
                <a16:creationId xmlns:a16="http://schemas.microsoft.com/office/drawing/2014/main" id="{131CD117-8B47-F04D-E295-422C22FA3F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5996" y="1843642"/>
            <a:ext cx="5519918" cy="147186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buFont typeface="+mj-lt"/>
              <a:buNone/>
              <a:defRPr sz="2400" b="1" i="0" kern="1500" spc="180" baseline="0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</a:t>
            </a:r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DF1CEEBE-78C0-8709-6B87-F7EA18D7F5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4452" y="3720189"/>
            <a:ext cx="4701548" cy="114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71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15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A0835BB-C173-16F0-B83F-825F770D8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86B2B47-419A-A027-62F4-69EAE67A3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4C755D7-E973-8124-5FA8-6F00EC9F6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151D6FC-0019-8FC5-6D49-27D133FF8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AB784A4-A93F-B788-1D7C-9D8B83B5C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8069B-F75B-4E8A-8E4C-A759CB6C0F1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689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4" r:id="rId2"/>
    <p:sldLayoutId id="2147483663" r:id="rId3"/>
    <p:sldLayoutId id="214748367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hyperlink" Target="https://github.com/karpathy/autoresearch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akana.ai/" TargetMode="External"/><Relationship Id="rId5" Type="http://schemas.openxmlformats.org/officeDocument/2006/relationships/hyperlink" Target="https://research.google/blog/accelerating-scientific-breakthroughs-with-an-ai-co-scientist/" TargetMode="Externa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bin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Dmitry.Pavlyuk@tsi.lv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linkedin.com/in/dmitry-pavlyu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DE30-F243-FF26-F2C7-246178BEC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9824" y="711201"/>
            <a:ext cx="5962175" cy="2717800"/>
          </a:xfrm>
        </p:spPr>
        <p:txBody>
          <a:bodyPr/>
          <a:lstStyle/>
          <a:p>
            <a:r>
              <a:rPr lang="en-US" sz="2800" dirty="0"/>
              <a:t>Responsible AI Agents in Transportation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0EA733-59FB-9901-A43F-78710C2D0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9825" y="3429000"/>
            <a:ext cx="5724050" cy="1187970"/>
          </a:xfrm>
        </p:spPr>
        <p:txBody>
          <a:bodyPr>
            <a:normAutofit/>
          </a:bodyPr>
          <a:lstStyle/>
          <a:p>
            <a:r>
              <a:rPr lang="en-US" sz="2000" dirty="0"/>
              <a:t>Opportunities and Risks </a:t>
            </a:r>
            <a:br>
              <a:rPr lang="en-US" sz="2000" dirty="0"/>
            </a:br>
            <a:r>
              <a:rPr lang="en-US" sz="2000" dirty="0"/>
              <a:t>for Ethical and Impactful Innovation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E8AB10-F1C1-45D3-E17D-44E74CE8A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136" y="6033360"/>
            <a:ext cx="2171464" cy="69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231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EAC1F-4D45-E380-DD0A-604F0591536F}"/>
              </a:ext>
            </a:extLst>
          </p:cNvPr>
          <p:cNvSpPr txBox="1">
            <a:spLocks/>
          </p:cNvSpPr>
          <p:nvPr/>
        </p:nvSpPr>
        <p:spPr>
          <a:xfrm>
            <a:off x="621481" y="1364104"/>
            <a:ext cx="11085837" cy="448205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Tx/>
              <a:buNone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This presentation is about: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2F78B-A0DD-1FC3-83F0-E942F025C2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1" y="564734"/>
            <a:ext cx="5474519" cy="465137"/>
          </a:xfrm>
        </p:spPr>
        <p:txBody>
          <a:bodyPr>
            <a:normAutofit/>
          </a:bodyPr>
          <a:lstStyle/>
          <a:p>
            <a:r>
              <a:rPr lang="en-US" dirty="0"/>
              <a:t>Presentation Framing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12491-F70D-2ED1-1AD3-74CEF72231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481" y="2078480"/>
            <a:ext cx="5474519" cy="2864996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</a:rPr>
              <a:t>AI agents</a:t>
            </a:r>
          </a:p>
          <a:p>
            <a:r>
              <a:rPr lang="en-US" sz="2000" b="1" dirty="0"/>
              <a:t>not Artificial Intelligence</a:t>
            </a:r>
          </a:p>
          <a:p>
            <a:endParaRPr lang="en-US" b="1" dirty="0"/>
          </a:p>
          <a:p>
            <a:r>
              <a:rPr lang="en-US" sz="1800" b="1" dirty="0"/>
              <a:t>AI agent </a:t>
            </a:r>
            <a:r>
              <a:rPr lang="en-US" sz="1800" dirty="0"/>
              <a:t>is an autonomous or semi-autonomous system that can </a:t>
            </a:r>
            <a:r>
              <a:rPr lang="en-US" sz="1800" b="1" dirty="0"/>
              <a:t>plan, reason, and execute </a:t>
            </a:r>
            <a:r>
              <a:rPr lang="en-US" sz="1800" dirty="0"/>
              <a:t>multi-step tasks to assist with or conduct scientific inquiry.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67D6ECB-1B10-1790-79FD-0E5FC719E4C1}"/>
              </a:ext>
            </a:extLst>
          </p:cNvPr>
          <p:cNvSpPr txBox="1">
            <a:spLocks/>
          </p:cNvSpPr>
          <p:nvPr/>
        </p:nvSpPr>
        <p:spPr>
          <a:xfrm>
            <a:off x="6096000" y="2078480"/>
            <a:ext cx="5943599" cy="286499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Tx/>
              <a:buNone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1"/>
                </a:solidFill>
              </a:rPr>
              <a:t>Transportation Research Process</a:t>
            </a:r>
          </a:p>
          <a:p>
            <a:r>
              <a:rPr lang="en-US" sz="2000" b="1" dirty="0"/>
              <a:t>not Research Outputs</a:t>
            </a:r>
          </a:p>
          <a:p>
            <a:endParaRPr lang="en-US" b="1" dirty="0"/>
          </a:p>
          <a:p>
            <a:r>
              <a:rPr lang="en-US" b="1" dirty="0"/>
              <a:t>Research Process</a:t>
            </a:r>
            <a:r>
              <a:rPr lang="en-US" dirty="0"/>
              <a:t> is a systematic process for identifying transportation problems, collecting and analyzing relevant data, and translating findings into evidence-based conclusions and recommendations.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45D0DA-F26E-7699-4368-28C84B729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597" y="4486275"/>
            <a:ext cx="3335914" cy="169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2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09FD7C-684D-27DD-96CC-2F14316C0E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1" y="564734"/>
            <a:ext cx="7408094" cy="465137"/>
          </a:xfrm>
        </p:spPr>
        <p:txBody>
          <a:bodyPr>
            <a:normAutofit/>
          </a:bodyPr>
          <a:lstStyle/>
          <a:p>
            <a:r>
              <a:rPr lang="en-US" dirty="0"/>
              <a:t>Presentation 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B456F-3DC0-72B8-D5DE-44D5C36AAA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1 </a:t>
            </a:r>
            <a:r>
              <a:rPr lang="en-US" b="1" dirty="0">
                <a:solidFill>
                  <a:srgbClr val="028090"/>
                </a:solidFill>
              </a:rPr>
              <a:t> </a:t>
            </a:r>
            <a:r>
              <a:rPr lang="en-US" b="1" dirty="0"/>
              <a:t>AI Agents in Research</a:t>
            </a:r>
          </a:p>
          <a:p>
            <a:pPr marL="914400" indent="-285750">
              <a:buFont typeface="Arial" panose="020B0604020202020204" pitchFamily="34" charset="0"/>
              <a:buChar char="•"/>
            </a:pPr>
            <a:r>
              <a:rPr lang="en-US" dirty="0"/>
              <a:t>Why transportation is the perfect domain?</a:t>
            </a:r>
          </a:p>
          <a:p>
            <a:r>
              <a:rPr lang="en-US" b="1" dirty="0">
                <a:solidFill>
                  <a:schemeClr val="bg1"/>
                </a:solidFill>
              </a:rPr>
              <a:t>2 </a:t>
            </a:r>
            <a:r>
              <a:rPr lang="en-US" b="1" dirty="0">
                <a:solidFill>
                  <a:srgbClr val="028090"/>
                </a:solidFill>
              </a:rPr>
              <a:t> </a:t>
            </a:r>
            <a:r>
              <a:rPr lang="en-US" b="1" dirty="0"/>
              <a:t>Responsible AI</a:t>
            </a:r>
          </a:p>
          <a:p>
            <a:pPr marL="914400" indent="-285750"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dirty="0"/>
              <a:t>Principles, risks, and two-way oversight</a:t>
            </a:r>
          </a:p>
          <a:p>
            <a:r>
              <a:rPr lang="en-US" b="1" dirty="0">
                <a:solidFill>
                  <a:schemeClr val="bg1"/>
                </a:solidFill>
              </a:rPr>
              <a:t>3  </a:t>
            </a:r>
            <a:r>
              <a:rPr lang="en-US" b="1" dirty="0"/>
              <a:t>Applied Examples</a:t>
            </a:r>
          </a:p>
          <a:p>
            <a:pPr marL="914400" indent="-285750">
              <a:buFont typeface="Arial" panose="020B0604020202020204" pitchFamily="34" charset="0"/>
              <a:buChar char="•"/>
            </a:pPr>
            <a:r>
              <a:rPr lang="en-US" dirty="0"/>
              <a:t>Compliance officer, bias auditor, and equitable optimization</a:t>
            </a:r>
          </a:p>
          <a:p>
            <a:r>
              <a:rPr lang="en-US" b="1" dirty="0">
                <a:solidFill>
                  <a:schemeClr val="bg1"/>
                </a:solidFill>
              </a:rPr>
              <a:t>4 </a:t>
            </a:r>
            <a:r>
              <a:rPr lang="en-US" b="1" dirty="0">
                <a:solidFill>
                  <a:srgbClr val="028090"/>
                </a:solidFill>
              </a:rPr>
              <a:t> </a:t>
            </a:r>
            <a:r>
              <a:rPr lang="en-US" b="1" dirty="0"/>
              <a:t>Getting Started and Open Challenges</a:t>
            </a:r>
          </a:p>
          <a:p>
            <a:pPr marL="914400" indent="-285750">
              <a:buFont typeface="Arial" panose="020B0604020202020204" pitchFamily="34" charset="0"/>
              <a:buChar char="•"/>
            </a:pPr>
            <a:r>
              <a:rPr lang="en-US" dirty="0"/>
              <a:t>Entry points and directions for the community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DC00A-1089-CB31-C99F-8572EBDFA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1364104"/>
            <a:ext cx="1876425" cy="19016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46FC56-FDBA-9B93-2555-B32980810053}"/>
              </a:ext>
            </a:extLst>
          </p:cNvPr>
          <p:cNvSpPr txBox="1"/>
          <p:nvPr/>
        </p:nvSpPr>
        <p:spPr>
          <a:xfrm>
            <a:off x="9772649" y="3292229"/>
            <a:ext cx="2143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Presentation Repository</a:t>
            </a:r>
          </a:p>
        </p:txBody>
      </p:sp>
    </p:spTree>
    <p:extLst>
      <p:ext uri="{BB962C8B-B14F-4D97-AF65-F5344CB8AC3E}">
        <p14:creationId xmlns:p14="http://schemas.microsoft.com/office/powerpoint/2010/main" val="29229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0F6DD-39CE-61E3-395B-1716E277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01F5C-D7A5-68A3-6836-E357F65B57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1479" y="1905000"/>
            <a:ext cx="6593577" cy="1970499"/>
          </a:xfrm>
        </p:spPr>
        <p:txBody>
          <a:bodyPr/>
          <a:lstStyle/>
          <a:p>
            <a:r>
              <a:rPr lang="en-GB" dirty="0"/>
              <a:t>AI Agents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D5F1C6-FBDD-72B1-60C9-8A0F34F67F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11480" y="3960000"/>
            <a:ext cx="6038406" cy="1553028"/>
          </a:xfrm>
        </p:spPr>
        <p:txBody>
          <a:bodyPr>
            <a:normAutofit/>
          </a:bodyPr>
          <a:lstStyle/>
          <a:p>
            <a:r>
              <a:rPr lang="en-GB" dirty="0"/>
              <a:t>in Research</a:t>
            </a:r>
          </a:p>
        </p:txBody>
      </p:sp>
    </p:spTree>
    <p:extLst>
      <p:ext uri="{BB962C8B-B14F-4D97-AF65-F5344CB8AC3E}">
        <p14:creationId xmlns:p14="http://schemas.microsoft.com/office/powerpoint/2010/main" val="64098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F3CD3-0A0A-6998-5A0B-0C47C1F78DB0}"/>
              </a:ext>
            </a:extLst>
          </p:cNvPr>
          <p:cNvSpPr txBox="1">
            <a:spLocks/>
          </p:cNvSpPr>
          <p:nvPr/>
        </p:nvSpPr>
        <p:spPr>
          <a:xfrm>
            <a:off x="409894" y="1606310"/>
            <a:ext cx="11667806" cy="448205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Tx/>
              <a:buNone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landscape of AI research agents is </a:t>
            </a:r>
            <a:r>
              <a:rPr lang="en-GB" sz="2000" dirty="0"/>
              <a:t>evolving rapidly</a:t>
            </a:r>
            <a:r>
              <a:rPr lang="en-US" sz="2000" dirty="0"/>
              <a:t>:</a:t>
            </a:r>
          </a:p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CDBDFD-5311-6D57-9679-728BB6305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1" y="564734"/>
            <a:ext cx="6236519" cy="465137"/>
          </a:xfrm>
        </p:spPr>
        <p:txBody>
          <a:bodyPr>
            <a:normAutofit/>
          </a:bodyPr>
          <a:lstStyle/>
          <a:p>
            <a:r>
              <a:rPr lang="en-US" dirty="0"/>
              <a:t>AI Agents in Research</a:t>
            </a:r>
          </a:p>
        </p:txBody>
      </p:sp>
      <p:pic>
        <p:nvPicPr>
          <p:cNvPr id="9" name="Picture 8" descr="A screenshot of a website&#10;&#10;AI-generated content may be incorrect.">
            <a:extLst>
              <a:ext uri="{FF2B5EF4-FFF2-40B4-BE49-F238E27FC236}">
                <a16:creationId xmlns:a16="http://schemas.microsoft.com/office/drawing/2014/main" id="{EFE265DD-8DBD-2765-F7AC-2BCB1F56F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106" y="2222408"/>
            <a:ext cx="3429000" cy="1714500"/>
          </a:xfrm>
          <a:prstGeom prst="rect">
            <a:avLst/>
          </a:prstGeom>
        </p:spPr>
      </p:pic>
      <p:pic>
        <p:nvPicPr>
          <p:cNvPr id="11" name="Picture 10" descr="A person standing in front of a large robot head&#10;&#10;AI-generated content may be incorrect.">
            <a:extLst>
              <a:ext uri="{FF2B5EF4-FFF2-40B4-BE49-F238E27FC236}">
                <a16:creationId xmlns:a16="http://schemas.microsoft.com/office/drawing/2014/main" id="{5482ED34-133C-EE96-449D-D70B3CEB2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420" y="2238231"/>
            <a:ext cx="3152945" cy="1773532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1F8CAD-50D8-A508-D769-87F016FCC5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71" y="2222408"/>
            <a:ext cx="3547064" cy="17735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5821C7-8915-676A-572B-35FF0587BA81}"/>
              </a:ext>
            </a:extLst>
          </p:cNvPr>
          <p:cNvSpPr txBox="1"/>
          <p:nvPr/>
        </p:nvSpPr>
        <p:spPr>
          <a:xfrm>
            <a:off x="4431420" y="4299857"/>
            <a:ext cx="36838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Co-Scientist</a:t>
            </a:r>
            <a:endParaRPr lang="en-US" sz="1800" b="1" dirty="0"/>
          </a:p>
          <a:p>
            <a:r>
              <a:rPr lang="en-US" sz="1600" dirty="0"/>
              <a:t>Introduced: Feb 2025</a:t>
            </a:r>
          </a:p>
          <a:p>
            <a:br>
              <a:rPr lang="en-US" sz="1600" b="1" dirty="0"/>
            </a:br>
            <a:r>
              <a:rPr lang="en-US" sz="1600" b="1" dirty="0"/>
              <a:t>Success story: </a:t>
            </a:r>
            <a:br>
              <a:rPr lang="en-US" sz="1600" b="1" dirty="0"/>
            </a:br>
            <a:r>
              <a:rPr lang="en-US" sz="1600" dirty="0"/>
              <a:t>antimicrobial resistance in ICL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Untapped frontier for transportation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79B873-B7BA-611A-F9F3-EF77FF1D115F}"/>
              </a:ext>
            </a:extLst>
          </p:cNvPr>
          <p:cNvSpPr txBox="1"/>
          <p:nvPr/>
        </p:nvSpPr>
        <p:spPr>
          <a:xfrm>
            <a:off x="452537" y="4284034"/>
            <a:ext cx="354706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SakanaAI</a:t>
            </a:r>
            <a:r>
              <a:rPr lang="en-US" b="1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AI-Scientist-v2</a:t>
            </a:r>
            <a:r>
              <a:rPr lang="en-US" sz="1800" b="1" dirty="0"/>
              <a:t> </a:t>
            </a:r>
          </a:p>
          <a:p>
            <a:r>
              <a:rPr lang="en-US" sz="1600" dirty="0"/>
              <a:t>Introduced: Aug 2024</a:t>
            </a:r>
          </a:p>
          <a:p>
            <a:br>
              <a:rPr lang="en-US" sz="1600" b="1" dirty="0"/>
            </a:br>
            <a:r>
              <a:rPr lang="en-US" sz="1600" b="1" dirty="0"/>
              <a:t>Success story:</a:t>
            </a:r>
            <a:br>
              <a:rPr lang="en-US" sz="1600" b="1" dirty="0"/>
            </a:br>
            <a:r>
              <a:rPr lang="en-US" sz="1600" dirty="0"/>
              <a:t>accepted at the ICLR workshop;</a:t>
            </a:r>
            <a:br>
              <a:rPr lang="en-US" sz="1600" dirty="0"/>
            </a:br>
            <a:r>
              <a:rPr lang="en-US" sz="1600" dirty="0"/>
              <a:t>ALE-Agent’s 1</a:t>
            </a:r>
            <a:r>
              <a:rPr lang="en-US" sz="1600" baseline="30000" dirty="0"/>
              <a:t>st</a:t>
            </a:r>
            <a:r>
              <a:rPr lang="en-US" sz="1600" dirty="0"/>
              <a:t> place in optimization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5A4551-9A78-DE77-885C-CEE978A47A18}"/>
              </a:ext>
            </a:extLst>
          </p:cNvPr>
          <p:cNvSpPr txBox="1"/>
          <p:nvPr/>
        </p:nvSpPr>
        <p:spPr>
          <a:xfrm>
            <a:off x="8291706" y="4310737"/>
            <a:ext cx="378599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Karpathy’s</a:t>
            </a:r>
            <a:r>
              <a:rPr lang="en-US" sz="1800" b="1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800" b="1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Autoresearch</a:t>
            </a:r>
            <a:endParaRPr lang="en-US" sz="1800" b="1" dirty="0"/>
          </a:p>
          <a:p>
            <a:r>
              <a:rPr lang="en-US" sz="1600" dirty="0"/>
              <a:t>Introduced: Mar 2026</a:t>
            </a:r>
          </a:p>
          <a:p>
            <a:br>
              <a:rPr lang="en-US" sz="1600" dirty="0"/>
            </a:br>
            <a:r>
              <a:rPr lang="en-US" sz="1600" b="1" dirty="0"/>
              <a:t>Success story: </a:t>
            </a:r>
            <a:br>
              <a:rPr lang="en-US" sz="1600" b="1" dirty="0"/>
            </a:br>
            <a:r>
              <a:rPr lang="en-US" sz="1600" dirty="0"/>
              <a:t>Shopify model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Untapped frontier for transportation</a:t>
            </a:r>
          </a:p>
        </p:txBody>
      </p:sp>
    </p:spTree>
    <p:extLst>
      <p:ext uri="{BB962C8B-B14F-4D97-AF65-F5344CB8AC3E}">
        <p14:creationId xmlns:p14="http://schemas.microsoft.com/office/powerpoint/2010/main" val="551014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9E8984-B83C-E799-2162-35FC8B476E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1" y="564734"/>
            <a:ext cx="10227494" cy="465137"/>
          </a:xfrm>
        </p:spPr>
        <p:txBody>
          <a:bodyPr>
            <a:normAutofit/>
          </a:bodyPr>
          <a:lstStyle/>
          <a:p>
            <a:r>
              <a:rPr lang="en-US" dirty="0"/>
              <a:t>Opportunity: AI Agent in Research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A62EA-2E1E-DAD3-26BB-48EB623638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481" y="1364104"/>
            <a:ext cx="5974026" cy="448205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AI agent to run machine learning experiments automatically: implement a model, train, evaluate.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Discover better architectures </a:t>
            </a:r>
            <a:r>
              <a:rPr lang="en-US" dirty="0"/>
              <a:t>that outperform state-of-the-art models for network-wide traffic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Automate feature engineering</a:t>
            </a:r>
            <a:r>
              <a:rPr lang="en-US" dirty="0"/>
              <a:t> – incorporating specific weather datasets or special event schedules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17438CE-2064-847E-2C4B-19C6E8EC1A82}"/>
              </a:ext>
            </a:extLst>
          </p:cNvPr>
          <p:cNvSpPr txBox="1">
            <a:spLocks/>
          </p:cNvSpPr>
          <p:nvPr/>
        </p:nvSpPr>
        <p:spPr>
          <a:xfrm>
            <a:off x="371475" y="5259763"/>
            <a:ext cx="11401425" cy="7790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Tx/>
              <a:buNone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Research is shifting from writing training code to writing research directions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→ from marginal improvements to foundational research questions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C3CC02-4886-1B07-46F4-404157B74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507" y="1688156"/>
            <a:ext cx="5460241" cy="33611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C08488-0844-D09E-367E-F729AF2BB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01" y="1364104"/>
            <a:ext cx="2138550" cy="738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D1F407-B3E8-3C64-2FF9-BE92E02357D7}"/>
              </a:ext>
            </a:extLst>
          </p:cNvPr>
          <p:cNvSpPr txBox="1"/>
          <p:nvPr/>
        </p:nvSpPr>
        <p:spPr>
          <a:xfrm>
            <a:off x="6769511" y="1380379"/>
            <a:ext cx="5112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Example </a:t>
            </a:r>
            <a:r>
              <a:rPr lang="en-US" sz="1400" dirty="0" err="1"/>
              <a:t>autoresearch</a:t>
            </a:r>
            <a:r>
              <a:rPr lang="en-US" sz="1400" dirty="0"/>
              <a:t> </a:t>
            </a:r>
            <a:r>
              <a:rPr lang="en-US" sz="1400" dirty="0" err="1"/>
              <a:t>programme</a:t>
            </a:r>
            <a:r>
              <a:rPr lang="en-US" sz="1400" dirty="0"/>
              <a:t> for urban traffic forecasting</a:t>
            </a:r>
          </a:p>
        </p:txBody>
      </p:sp>
    </p:spTree>
    <p:extLst>
      <p:ext uri="{BB962C8B-B14F-4D97-AF65-F5344CB8AC3E}">
        <p14:creationId xmlns:p14="http://schemas.microsoft.com/office/powerpoint/2010/main" val="90694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771A05-CFE4-E1B2-205D-822DFCA2C2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1" y="564734"/>
            <a:ext cx="9970319" cy="465137"/>
          </a:xfrm>
        </p:spPr>
        <p:txBody>
          <a:bodyPr>
            <a:normAutofit/>
          </a:bodyPr>
          <a:lstStyle/>
          <a:p>
            <a:r>
              <a:rPr lang="en-US" dirty="0"/>
              <a:t>AI Agents in the Research: Risks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66C4A-C4F5-1B3D-8117-AD21ABCC0E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Hallucination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AI agents may fabricate results or misinterpret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Reproducibility level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AI pipelines make it hard to verify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Over-reliance and skill atrophy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Researchers may lose methodological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Bias amplification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AI pipelines can replicate historical biases in transport datasets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Authorship ambiguity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AI agent-generated discoveries raises ethical and legal issues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r"/>
            <a:r>
              <a:rPr lang="en-US" dirty="0">
                <a:solidFill>
                  <a:srgbClr val="C00000"/>
                </a:solidFill>
              </a:rPr>
              <a:t>But aren't these problems already present in traditional research?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D0126D-F5EF-51E5-7939-D38756A85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371" y="797302"/>
            <a:ext cx="2242456" cy="224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8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64B921-8B6D-1BF6-1BC7-F8638E4418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1" y="564734"/>
            <a:ext cx="8103419" cy="465137"/>
          </a:xfrm>
        </p:spPr>
        <p:txBody>
          <a:bodyPr>
            <a:normAutofit/>
          </a:bodyPr>
          <a:lstStyle/>
          <a:p>
            <a:r>
              <a:rPr lang="en-US" dirty="0"/>
              <a:t>AI Agents in Transportation Research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BEE11-2CFD-89AE-6C94-82CAD2DBE5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8151" y="1364104"/>
            <a:ext cx="11096624" cy="4482059"/>
          </a:xfrm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Why transportation is the perfect domain for AI agents?</a:t>
            </a:r>
          </a:p>
          <a:p>
            <a:endParaRPr lang="en-US" dirty="0"/>
          </a:p>
          <a:p>
            <a:r>
              <a:rPr lang="en-US" b="1" dirty="0">
                <a:solidFill>
                  <a:schemeClr val="bg1"/>
                </a:solidFill>
              </a:rPr>
              <a:t>1  </a:t>
            </a:r>
            <a:r>
              <a:rPr lang="en-US" b="1" dirty="0"/>
              <a:t>Transportation data is an ideal fuel for AI agents</a:t>
            </a:r>
          </a:p>
          <a:p>
            <a:pPr marL="1085850" indent="-400050">
              <a:buFont typeface="Arial" panose="020B0604020202020204" pitchFamily="34" charset="0"/>
              <a:buChar char="•"/>
            </a:pPr>
            <a:r>
              <a:rPr lang="en-US" dirty="0"/>
              <a:t>sensor data, probe car data, crash records, emissions logs</a:t>
            </a:r>
          </a:p>
          <a:p>
            <a:r>
              <a:rPr lang="en-US" b="1" dirty="0">
                <a:solidFill>
                  <a:schemeClr val="bg1"/>
                </a:solidFill>
              </a:rPr>
              <a:t>2  </a:t>
            </a:r>
            <a:r>
              <a:rPr lang="en-US" b="1" dirty="0"/>
              <a:t>Perfect match with AI advantages</a:t>
            </a:r>
            <a:r>
              <a:rPr lang="en-US" dirty="0"/>
              <a:t> </a:t>
            </a:r>
          </a:p>
          <a:p>
            <a:pPr marL="1085850" indent="-4000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+mn-lt"/>
              </a:rPr>
              <a:t>AI agents are at the expert level of </a:t>
            </a:r>
            <a:r>
              <a:rPr lang="en-US" dirty="0"/>
              <a:t>transportation research tools: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optimization and ML training</a:t>
            </a:r>
            <a:endParaRPr lang="en-US" dirty="0"/>
          </a:p>
          <a:p>
            <a:r>
              <a:rPr lang="en-US" b="1" dirty="0">
                <a:solidFill>
                  <a:schemeClr val="bg1"/>
                </a:solidFill>
              </a:rPr>
              <a:t>3  </a:t>
            </a:r>
            <a:r>
              <a:rPr lang="en-US" b="1" dirty="0"/>
              <a:t>Regulatory pressure </a:t>
            </a:r>
          </a:p>
          <a:p>
            <a:pPr marL="1085850" indent="-400050">
              <a:buFont typeface="Arial" panose="020B0604020202020204" pitchFamily="34" charset="0"/>
              <a:buChar char="•"/>
            </a:pPr>
            <a:r>
              <a:rPr lang="en-US" dirty="0"/>
              <a:t>GDPR, EU AI Act, standards</a:t>
            </a:r>
          </a:p>
          <a:p>
            <a:r>
              <a:rPr lang="en-US" b="1" dirty="0">
                <a:solidFill>
                  <a:schemeClr val="bg1"/>
                </a:solidFill>
              </a:rPr>
              <a:t>4  </a:t>
            </a:r>
            <a:r>
              <a:rPr lang="en-US" b="1" dirty="0"/>
              <a:t>Significant benefits</a:t>
            </a:r>
          </a:p>
          <a:p>
            <a:pPr marL="1085850" indent="-400050">
              <a:buFont typeface="Arial" panose="020B0604020202020204" pitchFamily="34" charset="0"/>
              <a:buChar char="•"/>
              <a:tabLst>
                <a:tab pos="1085850" algn="l"/>
              </a:tabLst>
            </a:pPr>
            <a:r>
              <a:rPr lang="en-US" dirty="0"/>
              <a:t>Research acceleration or automation,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AI agent’s hours vs. human’s months</a:t>
            </a:r>
          </a:p>
        </p:txBody>
      </p:sp>
    </p:spTree>
    <p:extLst>
      <p:ext uri="{BB962C8B-B14F-4D97-AF65-F5344CB8AC3E}">
        <p14:creationId xmlns:p14="http://schemas.microsoft.com/office/powerpoint/2010/main" val="4064968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0F6DD-39CE-61E3-395B-1716E277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01F5C-D7A5-68A3-6836-E357F65B57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1479" y="1905000"/>
            <a:ext cx="6593577" cy="1970499"/>
          </a:xfrm>
        </p:spPr>
        <p:txBody>
          <a:bodyPr/>
          <a:lstStyle/>
          <a:p>
            <a:r>
              <a:rPr lang="en-GB" dirty="0"/>
              <a:t>Responsible AI agents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D5F1C6-FBDD-72B1-60C9-8A0F34F67F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11480" y="3960000"/>
            <a:ext cx="6038406" cy="1553028"/>
          </a:xfrm>
        </p:spPr>
        <p:txBody>
          <a:bodyPr>
            <a:normAutofit/>
          </a:bodyPr>
          <a:lstStyle/>
          <a:p>
            <a:r>
              <a:rPr lang="en-GB" dirty="0"/>
              <a:t>in Transportation Research</a:t>
            </a:r>
          </a:p>
        </p:txBody>
      </p:sp>
    </p:spTree>
    <p:extLst>
      <p:ext uri="{BB962C8B-B14F-4D97-AF65-F5344CB8AC3E}">
        <p14:creationId xmlns:p14="http://schemas.microsoft.com/office/powerpoint/2010/main" val="1488802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7A5D3-19A9-EBAD-2257-C742E00BD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96CACE-3203-B006-5F55-7F06B4BE2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1" y="564734"/>
            <a:ext cx="5884094" cy="465137"/>
          </a:xfrm>
        </p:spPr>
        <p:txBody>
          <a:bodyPr/>
          <a:lstStyle/>
          <a:p>
            <a:r>
              <a:rPr lang="en-US" dirty="0"/>
              <a:t>Responsible AI: Principles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5CC50-C1BC-8FB9-2FAD-4183BF79B7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481" y="1364104"/>
            <a:ext cx="7184121" cy="4482059"/>
          </a:xfrm>
        </p:spPr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DD849-FB52-8559-891B-DCF8B7154B24}"/>
              </a:ext>
            </a:extLst>
          </p:cNvPr>
          <p:cNvSpPr txBox="1"/>
          <p:nvPr/>
        </p:nvSpPr>
        <p:spPr>
          <a:xfrm>
            <a:off x="8436429" y="3871739"/>
            <a:ext cx="375557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ISO/IEC 42001: AI management </a:t>
            </a:r>
            <a:endParaRPr lang="en-US" b="1" dirty="0"/>
          </a:p>
          <a:p>
            <a:pPr algn="ctr"/>
            <a:r>
              <a:rPr lang="en-US" sz="1600" dirty="0"/>
              <a:t>Dec 2023</a:t>
            </a:r>
            <a:br>
              <a:rPr lang="en-US" sz="1600" b="1" dirty="0"/>
            </a:b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0E04F3-E895-DEE5-B2FB-772D69C7F825}"/>
              </a:ext>
            </a:extLst>
          </p:cNvPr>
          <p:cNvSpPr txBox="1"/>
          <p:nvPr/>
        </p:nvSpPr>
        <p:spPr>
          <a:xfrm>
            <a:off x="8275490" y="2004529"/>
            <a:ext cx="386705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AI Risk Management Framework </a:t>
            </a:r>
            <a:r>
              <a:rPr lang="en-US" sz="1600" dirty="0"/>
              <a:t>Jan 2023</a:t>
            </a:r>
            <a:br>
              <a:rPr lang="en-US" sz="1600" b="1" dirty="0"/>
            </a:br>
            <a:endParaRPr lang="en-US" sz="1600" dirty="0"/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0D5B44D-5C98-46A1-0B42-85A9E3E07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801" y="4730546"/>
            <a:ext cx="2942475" cy="7477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055B802-4EA4-14FB-C219-7D76DF8BA42D}"/>
              </a:ext>
            </a:extLst>
          </p:cNvPr>
          <p:cNvSpPr txBox="1"/>
          <p:nvPr/>
        </p:nvSpPr>
        <p:spPr>
          <a:xfrm>
            <a:off x="9169497" y="5538386"/>
            <a:ext cx="19810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EU AI Act</a:t>
            </a:r>
            <a:endParaRPr lang="en-US" sz="1800" b="1" dirty="0"/>
          </a:p>
          <a:p>
            <a:pPr algn="ctr"/>
            <a:r>
              <a:rPr lang="en-US" sz="1600" dirty="0"/>
              <a:t>Aug 2024</a:t>
            </a:r>
          </a:p>
        </p:txBody>
      </p:sp>
      <p:pic>
        <p:nvPicPr>
          <p:cNvPr id="16" name="Picture 15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D20B07E0-CDA1-E64D-247D-464F2A22F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011" y="997172"/>
            <a:ext cx="1040057" cy="1040057"/>
          </a:xfrm>
          <a:prstGeom prst="rect">
            <a:avLst/>
          </a:prstGeom>
        </p:spPr>
      </p:pic>
      <p:pic>
        <p:nvPicPr>
          <p:cNvPr id="2050" name="Picture 2" descr="International Organization for Standardization - Wikipedia">
            <a:extLst>
              <a:ext uri="{FF2B5EF4-FFF2-40B4-BE49-F238E27FC236}">
                <a16:creationId xmlns:a16="http://schemas.microsoft.com/office/drawing/2014/main" id="{2277E662-50BA-D329-8960-B0485E5D9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767" y="2855840"/>
            <a:ext cx="1146547" cy="105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D4BC881-9B14-EE35-91C2-439491A677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1" y="2344061"/>
            <a:ext cx="6774705" cy="3809878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7F1C97-EC1A-AABF-8A11-1C6BC12C863F}"/>
              </a:ext>
            </a:extLst>
          </p:cNvPr>
          <p:cNvSpPr txBox="1">
            <a:spLocks/>
          </p:cNvSpPr>
          <p:nvPr/>
        </p:nvSpPr>
        <p:spPr>
          <a:xfrm>
            <a:off x="621481" y="1285626"/>
            <a:ext cx="6774706" cy="114097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Tx/>
              <a:buNone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Nunito Sans Black" pitchFamily="2" charset="-18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Responsible AI </a:t>
            </a:r>
            <a:r>
              <a:rPr lang="en-US" sz="2000" dirty="0"/>
              <a:t>is the practice of developing and using AI systems in a way that benefits society while </a:t>
            </a:r>
            <a:br>
              <a:rPr lang="en-US" sz="2000" dirty="0"/>
            </a:br>
            <a:r>
              <a:rPr lang="en-US" sz="2000" dirty="0">
                <a:solidFill>
                  <a:srgbClr val="C00000"/>
                </a:solidFill>
              </a:rPr>
              <a:t>minimizing the risk of negative consequences </a:t>
            </a:r>
            <a:r>
              <a:rPr lang="en-US" sz="2000" dirty="0"/>
              <a:t>(ISO, 2023).</a:t>
            </a:r>
          </a:p>
        </p:txBody>
      </p:sp>
    </p:spTree>
    <p:extLst>
      <p:ext uri="{BB962C8B-B14F-4D97-AF65-F5344CB8AC3E}">
        <p14:creationId xmlns:p14="http://schemas.microsoft.com/office/powerpoint/2010/main" val="708373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F3FEEE-D26A-DC7D-DC45-C0CDF3A75A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3449" y="578434"/>
            <a:ext cx="8112944" cy="465137"/>
          </a:xfrm>
        </p:spPr>
        <p:txBody>
          <a:bodyPr>
            <a:normAutofit/>
          </a:bodyPr>
          <a:lstStyle/>
          <a:p>
            <a:r>
              <a:rPr lang="en-US" dirty="0"/>
              <a:t>Responsible AI: Risks and Mitigation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3C1BC-4460-3238-F045-DC83DAF47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49" y="1403008"/>
            <a:ext cx="1281272" cy="11740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EBE104-59DE-527B-2D0C-CA3EB01032EF}"/>
              </a:ext>
            </a:extLst>
          </p:cNvPr>
          <p:cNvSpPr txBox="1"/>
          <p:nvPr/>
        </p:nvSpPr>
        <p:spPr>
          <a:xfrm>
            <a:off x="1806800" y="1499842"/>
            <a:ext cx="37147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rgbClr val="C00000"/>
                </a:solidFill>
              </a:rPr>
              <a:t>Risk: 	</a:t>
            </a:r>
            <a:r>
              <a:rPr lang="en-US" sz="1600" dirty="0"/>
              <a:t>black-box decisions</a:t>
            </a:r>
          </a:p>
          <a:p>
            <a:pPr marL="1143000" indent="-1143000"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chemeClr val="bg1"/>
                </a:solidFill>
              </a:rPr>
              <a:t>Mitigation: 	</a:t>
            </a:r>
            <a:r>
              <a:rPr lang="en-US" sz="1600" dirty="0"/>
              <a:t>explainable methods (SHAP, LIME, attention, rule extraction, reasoning)</a:t>
            </a:r>
          </a:p>
          <a:p>
            <a:pPr marL="1143000" indent="-1143000"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/>
              <a:t>1</a:t>
            </a:r>
            <a:r>
              <a:rPr lang="ru-RU" sz="1600" b="1" dirty="0"/>
              <a:t>0</a:t>
            </a:r>
            <a:r>
              <a:rPr lang="en-US" sz="1600" b="1" dirty="0"/>
              <a:t> presentations </a:t>
            </a:r>
            <a:r>
              <a:rPr lang="en-US" sz="1600" dirty="0"/>
              <a:t>at TRA-2026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E23883-CF62-6166-6180-D0A1583BE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55" y="1442851"/>
            <a:ext cx="1143001" cy="1226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3652C6-7EEE-69C4-A89E-B421A785B613}"/>
              </a:ext>
            </a:extLst>
          </p:cNvPr>
          <p:cNvSpPr txBox="1"/>
          <p:nvPr/>
        </p:nvSpPr>
        <p:spPr>
          <a:xfrm>
            <a:off x="7672296" y="1410731"/>
            <a:ext cx="44862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rgbClr val="C00000"/>
                </a:solidFill>
              </a:rPr>
              <a:t>Risk: 	</a:t>
            </a:r>
            <a:r>
              <a:rPr lang="en-US" sz="1600" dirty="0"/>
              <a:t>direct harm from AI systems</a:t>
            </a:r>
          </a:p>
          <a:p>
            <a:pPr marL="1143000" indent="-1143000"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chemeClr val="bg1"/>
                </a:solidFill>
              </a:rPr>
              <a:t>Mitigation: 	</a:t>
            </a:r>
            <a:r>
              <a:rPr lang="en-US" sz="1600" dirty="0"/>
              <a:t>logs, regulatory frameworks (e.g., AI sandbox), monitoring agents</a:t>
            </a:r>
            <a:endParaRPr lang="ru-RU" sz="1600" dirty="0"/>
          </a:p>
          <a:p>
            <a:pPr marL="1143000" indent="-1143000">
              <a:tabLst>
                <a:tab pos="1143000" algn="l"/>
              </a:tabLst>
            </a:pPr>
            <a:endParaRPr lang="en-GB" sz="1600" b="1" dirty="0"/>
          </a:p>
          <a:p>
            <a:pPr marL="1143000" indent="-1143000">
              <a:tabLst>
                <a:tab pos="1143000" algn="l"/>
              </a:tabLst>
            </a:pPr>
            <a:r>
              <a:rPr lang="ru-RU" sz="1600" b="1" dirty="0"/>
              <a:t>6</a:t>
            </a:r>
            <a:r>
              <a:rPr lang="en-US" sz="1600" b="1" dirty="0"/>
              <a:t> presentations </a:t>
            </a:r>
            <a:r>
              <a:rPr lang="en-US" sz="1600" dirty="0"/>
              <a:t>at TRA-2026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C1980B-BCCE-5AD1-9F88-F4CDAC8F9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54" y="3188322"/>
            <a:ext cx="1205067" cy="12050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FB0EA9-2E05-857C-765C-9E0748F67234}"/>
              </a:ext>
            </a:extLst>
          </p:cNvPr>
          <p:cNvSpPr txBox="1"/>
          <p:nvPr/>
        </p:nvSpPr>
        <p:spPr>
          <a:xfrm>
            <a:off x="1806800" y="3285156"/>
            <a:ext cx="39074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rgbClr val="C00000"/>
                </a:solidFill>
              </a:rPr>
              <a:t>Risk: 	</a:t>
            </a:r>
            <a:r>
              <a:rPr lang="en-US" sz="1600" dirty="0"/>
              <a:t>data inherit biased patterns</a:t>
            </a:r>
          </a:p>
          <a:p>
            <a:pPr marL="1143000" indent="-1143000"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chemeClr val="bg1"/>
                </a:solidFill>
              </a:rPr>
              <a:t>Mitigation: 	</a:t>
            </a:r>
            <a:r>
              <a:rPr lang="en-US" sz="1600" dirty="0"/>
              <a:t>fairness constraints, synthetic data augmentation</a:t>
            </a:r>
          </a:p>
          <a:p>
            <a:pPr marL="1143000" indent="-1143000">
              <a:tabLst>
                <a:tab pos="1143000" algn="l"/>
              </a:tabLst>
            </a:pPr>
            <a:endParaRPr lang="en-GB" sz="1600" b="1" dirty="0"/>
          </a:p>
          <a:p>
            <a:pPr marL="1143000" indent="-1143000">
              <a:tabLst>
                <a:tab pos="1143000" algn="l"/>
              </a:tabLst>
            </a:pPr>
            <a:r>
              <a:rPr lang="ru-RU" sz="1600" b="1" dirty="0"/>
              <a:t>5</a:t>
            </a:r>
            <a:r>
              <a:rPr lang="en-US" sz="1600" b="1" dirty="0"/>
              <a:t> presentations </a:t>
            </a:r>
            <a:r>
              <a:rPr lang="en-US" sz="1600" dirty="0"/>
              <a:t>at TRA-2026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FC89EC-CAAB-BCF6-C55A-53BEEF833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174" y="3240440"/>
            <a:ext cx="1335015" cy="10772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6A90CD8-D59D-CBF9-9A3B-AF1C04E9BF80}"/>
              </a:ext>
            </a:extLst>
          </p:cNvPr>
          <p:cNvSpPr txBox="1"/>
          <p:nvPr/>
        </p:nvSpPr>
        <p:spPr>
          <a:xfrm>
            <a:off x="7629756" y="3252246"/>
            <a:ext cx="41624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rgbClr val="C00000"/>
                </a:solidFill>
              </a:rPr>
              <a:t>Risk: 	</a:t>
            </a:r>
            <a:r>
              <a:rPr lang="en-US" sz="1600" dirty="0"/>
              <a:t>AI must fail safely</a:t>
            </a:r>
          </a:p>
          <a:p>
            <a:pPr marL="1143000" indent="-1143000"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chemeClr val="bg1"/>
                </a:solidFill>
              </a:rPr>
              <a:t>Mitigation: 	</a:t>
            </a:r>
            <a:r>
              <a:rPr lang="en-US" sz="1600" dirty="0"/>
              <a:t>human-in-the-loop, simulation-based stress tests, constrained learning</a:t>
            </a:r>
          </a:p>
          <a:p>
            <a:pPr marL="1143000" indent="-1143000">
              <a:tabLst>
                <a:tab pos="1143000" algn="l"/>
              </a:tabLst>
            </a:pPr>
            <a:r>
              <a:rPr lang="en-US" sz="1600" b="1" dirty="0"/>
              <a:t>1</a:t>
            </a:r>
            <a:r>
              <a:rPr lang="ru-RU" sz="1600" b="1" dirty="0"/>
              <a:t>0</a:t>
            </a:r>
            <a:r>
              <a:rPr lang="en-US" sz="1600" b="1" dirty="0"/>
              <a:t> presentations </a:t>
            </a:r>
            <a:r>
              <a:rPr lang="en-US" sz="1600" dirty="0"/>
              <a:t>at TRA-2026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EAB990-4DAE-FF6B-AD35-BB0CE9124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102" y="4890351"/>
            <a:ext cx="741966" cy="12432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6C4ED3F-9B15-518E-8014-5ADA734CAE51}"/>
              </a:ext>
            </a:extLst>
          </p:cNvPr>
          <p:cNvSpPr txBox="1"/>
          <p:nvPr/>
        </p:nvSpPr>
        <p:spPr>
          <a:xfrm>
            <a:off x="1806800" y="4885441"/>
            <a:ext cx="41778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rgbClr val="C00000"/>
                </a:solidFill>
              </a:rPr>
              <a:t>Risk: 	</a:t>
            </a:r>
            <a:r>
              <a:rPr lang="en-US" sz="1600" dirty="0"/>
              <a:t>AI reveals sensitive information </a:t>
            </a:r>
          </a:p>
          <a:p>
            <a:pPr marL="1143000" indent="-1143000"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chemeClr val="bg1"/>
                </a:solidFill>
              </a:rPr>
              <a:t>Mitigation: 	</a:t>
            </a:r>
            <a:r>
              <a:rPr lang="en-US" sz="1600" dirty="0"/>
              <a:t>federated learning, differential privacy, homomorphic encryption</a:t>
            </a:r>
            <a:endParaRPr lang="ru-RU" sz="1600" dirty="0"/>
          </a:p>
          <a:p>
            <a:pPr marL="1143000" indent="-1143000">
              <a:tabLst>
                <a:tab pos="1143000" algn="l"/>
              </a:tabLst>
            </a:pPr>
            <a:r>
              <a:rPr lang="ru-RU" sz="1600" b="1" dirty="0"/>
              <a:t>5</a:t>
            </a:r>
            <a:r>
              <a:rPr lang="en-US" sz="1600" b="1" dirty="0"/>
              <a:t> presentations </a:t>
            </a:r>
            <a:r>
              <a:rPr lang="en-US" sz="1600" dirty="0"/>
              <a:t>at TRA-2026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96B482A-8217-D8DE-1272-DBC31E71D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537" y="4929844"/>
            <a:ext cx="1077219" cy="10772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1A6B88B-AC99-4FAE-D738-F05AD3FBA389}"/>
              </a:ext>
            </a:extLst>
          </p:cNvPr>
          <p:cNvSpPr txBox="1"/>
          <p:nvPr/>
        </p:nvSpPr>
        <p:spPr>
          <a:xfrm>
            <a:off x="7672296" y="4864528"/>
            <a:ext cx="44862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rgbClr val="C00000"/>
                </a:solidFill>
              </a:rPr>
              <a:t>Risk: 	</a:t>
            </a:r>
            <a:r>
              <a:rPr lang="en-US" sz="1600" dirty="0"/>
              <a:t>Groups are left out</a:t>
            </a:r>
          </a:p>
          <a:p>
            <a:pPr marL="1143000" indent="-1143000">
              <a:lnSpc>
                <a:spcPct val="100000"/>
              </a:lnSpc>
              <a:tabLst>
                <a:tab pos="1143000" algn="l"/>
              </a:tabLst>
            </a:pPr>
            <a:r>
              <a:rPr lang="en-US" sz="1600" b="1" dirty="0">
                <a:solidFill>
                  <a:schemeClr val="bg1"/>
                </a:solidFill>
              </a:rPr>
              <a:t>Mitigation: 	</a:t>
            </a:r>
            <a:r>
              <a:rPr lang="en-US" sz="1600" dirty="0"/>
              <a:t>inclusive datasets, community co-design</a:t>
            </a:r>
            <a:endParaRPr lang="ru-RU" sz="1600" dirty="0"/>
          </a:p>
          <a:p>
            <a:pPr marL="1143000" indent="-1143000">
              <a:tabLst>
                <a:tab pos="1143000" algn="l"/>
              </a:tabLst>
            </a:pPr>
            <a:endParaRPr lang="en-GB" sz="1600" b="1" dirty="0"/>
          </a:p>
          <a:p>
            <a:pPr marL="1143000" indent="-1143000">
              <a:tabLst>
                <a:tab pos="1143000" algn="l"/>
              </a:tabLst>
            </a:pPr>
            <a:r>
              <a:rPr lang="ru-RU" sz="1600" b="1" dirty="0"/>
              <a:t>4</a:t>
            </a:r>
            <a:r>
              <a:rPr lang="en-US" sz="1600" b="1" dirty="0"/>
              <a:t> presentations </a:t>
            </a:r>
            <a:r>
              <a:rPr lang="en-US" sz="1600" dirty="0"/>
              <a:t>at TRA-2026</a:t>
            </a:r>
          </a:p>
        </p:txBody>
      </p:sp>
    </p:spTree>
    <p:extLst>
      <p:ext uri="{BB962C8B-B14F-4D97-AF65-F5344CB8AC3E}">
        <p14:creationId xmlns:p14="http://schemas.microsoft.com/office/powerpoint/2010/main" val="422723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F3FEEE-D26A-DC7D-DC45-C0CDF3A75A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1" y="564734"/>
            <a:ext cx="8112944" cy="465137"/>
          </a:xfrm>
        </p:spPr>
        <p:txBody>
          <a:bodyPr>
            <a:normAutofit/>
          </a:bodyPr>
          <a:lstStyle/>
          <a:p>
            <a:r>
              <a:rPr lang="en-US" dirty="0"/>
              <a:t>Responsibility Oversight is a </a:t>
            </a:r>
            <a:r>
              <a:rPr lang="en-US" dirty="0">
                <a:solidFill>
                  <a:srgbClr val="C00000"/>
                </a:solidFill>
              </a:rPr>
              <a:t>Two-way Street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04622-CEA3-921A-8142-74003AFBDA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Researchers oversee AI agents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Transparency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Accountability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Fairness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Safety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Privacy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Inclusivity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AI agents oversee the Researchers</a:t>
            </a:r>
            <a:endParaRPr lang="en-US" b="1" dirty="0"/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Compliance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Bias prevention</a:t>
            </a:r>
            <a:endParaRPr lang="en-US" dirty="0"/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Consistency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D399B8-4FA3-8539-7A23-DF603914F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129" y="1364104"/>
            <a:ext cx="7298871" cy="486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50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F3FEEE-D26A-DC7D-DC45-C0CDF3A75A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0" y="564734"/>
            <a:ext cx="11189520" cy="465137"/>
          </a:xfrm>
        </p:spPr>
        <p:txBody>
          <a:bodyPr>
            <a:normAutofit/>
          </a:bodyPr>
          <a:lstStyle/>
          <a:p>
            <a:r>
              <a:rPr lang="en-US" dirty="0"/>
              <a:t>Opportunity 1: AI Agent as a Responsible Compliance Officer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04622-CEA3-921A-8142-74003AFBDA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481" y="1364104"/>
            <a:ext cx="11085837" cy="476999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Challenge: </a:t>
            </a:r>
            <a:r>
              <a:rPr lang="en-US" b="1" dirty="0"/>
              <a:t>compliance with legal and ethical rules in large-scale EU-level research projects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 consortiums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Various data sources</a:t>
            </a:r>
          </a:p>
          <a:p>
            <a:r>
              <a:rPr lang="en-US" b="1" dirty="0"/>
              <a:t> </a:t>
            </a:r>
          </a:p>
          <a:p>
            <a:r>
              <a:rPr lang="en-US" dirty="0"/>
              <a:t>Case: </a:t>
            </a:r>
            <a:r>
              <a:rPr lang="en-US" b="1" dirty="0"/>
              <a:t>Bio-Intel-Mob project </a:t>
            </a:r>
            <a:r>
              <a:rPr lang="en-US" dirty="0"/>
              <a:t>(Horizon Europe, 101239638)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32 partners across 13 countries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 pilots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Hundreds </a:t>
            </a:r>
            <a:r>
              <a:rPr lang="en-US" dirty="0">
                <a:solidFill>
                  <a:srgbClr val="C00000"/>
                </a:solidFill>
              </a:rPr>
              <a:t>(!)</a:t>
            </a:r>
            <a:r>
              <a:rPr lang="en-US" dirty="0"/>
              <a:t> of data sources, including Interviews, surveys, sensors, cameras,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roles per pilot: Local Ethics Responsible, Local Data Protection Officer, Local Data steward</a:t>
            </a:r>
          </a:p>
          <a:p>
            <a:endParaRPr lang="en-US" dirty="0"/>
          </a:p>
          <a:p>
            <a:r>
              <a:rPr lang="en-US" b="1" dirty="0">
                <a:solidFill>
                  <a:schemeClr val="bg1"/>
                </a:solidFill>
              </a:rPr>
              <a:t>Opportunity: </a:t>
            </a:r>
            <a:r>
              <a:rPr lang="en-US" dirty="0"/>
              <a:t>AI as a Responsible Compliance Officer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BIO-INTEL-MOB">
            <a:extLst>
              <a:ext uri="{FF2B5EF4-FFF2-40B4-BE49-F238E27FC236}">
                <a16:creationId xmlns:a16="http://schemas.microsoft.com/office/drawing/2014/main" id="{322F88B3-89A2-02CD-9A50-3E905C3A2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763" y="2552067"/>
            <a:ext cx="2789237" cy="190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4789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F3FEEE-D26A-DC7D-DC45-C0CDF3A75A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1" y="564734"/>
            <a:ext cx="10608494" cy="465137"/>
          </a:xfrm>
        </p:spPr>
        <p:txBody>
          <a:bodyPr>
            <a:normAutofit/>
          </a:bodyPr>
          <a:lstStyle/>
          <a:p>
            <a:r>
              <a:rPr lang="en-US" dirty="0"/>
              <a:t>Opportunity 1: AI Agent as a Responsible Compliance Officer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04622-CEA3-921A-8142-74003AFBDA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480" y="1364104"/>
            <a:ext cx="6979470" cy="4482059"/>
          </a:xfrm>
        </p:spPr>
        <p:txBody>
          <a:bodyPr/>
          <a:lstStyle/>
          <a:p>
            <a:r>
              <a:rPr lang="en-US" dirty="0"/>
              <a:t>AI Agent as a Responsible Compliance Officer: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Connected to the Project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Continuously monitors data and research protocols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Updated with recent standards and legislation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Flag potential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There are commercial solutions, </a:t>
            </a:r>
            <a:br>
              <a:rPr lang="en-US" dirty="0"/>
            </a:br>
            <a:r>
              <a:rPr lang="en-US" dirty="0"/>
              <a:t>but a simple </a:t>
            </a:r>
            <a:r>
              <a:rPr lang="en-US" b="1" dirty="0"/>
              <a:t>skill</a:t>
            </a:r>
            <a:r>
              <a:rPr lang="en-US" dirty="0"/>
              <a:t> is working – </a:t>
            </a:r>
            <a:br>
              <a:rPr lang="en-US" dirty="0"/>
            </a:br>
            <a:r>
              <a:rPr lang="en-US" dirty="0"/>
              <a:t>available at the presentation repo.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5DED8E0-6429-2776-4E54-D8D07774D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10425" y="1011837"/>
            <a:ext cx="4981575" cy="5274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0450AC-2DD1-A9B5-09CF-1E12124DD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6" y="5088195"/>
            <a:ext cx="965126" cy="97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6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F3FEEE-D26A-DC7D-DC45-C0CDF3A75A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1" y="564734"/>
            <a:ext cx="11237144" cy="465137"/>
          </a:xfrm>
        </p:spPr>
        <p:txBody>
          <a:bodyPr>
            <a:normAutofit/>
          </a:bodyPr>
          <a:lstStyle/>
          <a:p>
            <a:r>
              <a:rPr lang="en-US" dirty="0"/>
              <a:t>Opportunity 2: AI Agent for Penalization of Automated Decisions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04622-CEA3-921A-8142-74003AFBDA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481" y="1364104"/>
            <a:ext cx="9074969" cy="4482059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Challenge: </a:t>
            </a:r>
            <a:r>
              <a:rPr lang="en-US" dirty="0"/>
              <a:t>Decisions in automated/autonomous systems in are not always responsible</a:t>
            </a:r>
          </a:p>
          <a:p>
            <a:endParaRPr lang="en-US" dirty="0"/>
          </a:p>
          <a:p>
            <a:r>
              <a:rPr lang="en-US" dirty="0"/>
              <a:t>Example: </a:t>
            </a:r>
            <a:r>
              <a:rPr lang="en-US" b="1" dirty="0"/>
              <a:t>Empty logistics</a:t>
            </a:r>
            <a:r>
              <a:rPr lang="en-US" dirty="0"/>
              <a:t> (container, ride-hailing, e-bike rebalancing)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Focused on demand matching and operational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priority for peripheral, low-income, or minority zones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 explainable decisions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bg1"/>
                </a:solidFill>
              </a:rPr>
              <a:t>Opportunity: </a:t>
            </a:r>
            <a:r>
              <a:rPr lang="en-US" dirty="0"/>
              <a:t>an AI agent that contributes to the optimization objective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5" name="Picture 4" descr="Diagram of a diagram of a bicycle path&#10;&#10;AI-generated content may be incorrect.">
            <a:extLst>
              <a:ext uri="{FF2B5EF4-FFF2-40B4-BE49-F238E27FC236}">
                <a16:creationId xmlns:a16="http://schemas.microsoft.com/office/drawing/2014/main" id="{C69B6F35-2796-673E-552F-C10577067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426" y="2347761"/>
            <a:ext cx="1952898" cy="2162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F104C3-4061-A532-A122-6AEEC12684B5}"/>
              </a:ext>
            </a:extLst>
          </p:cNvPr>
          <p:cNvSpPr txBox="1"/>
          <p:nvPr/>
        </p:nvSpPr>
        <p:spPr>
          <a:xfrm>
            <a:off x="10241648" y="4505626"/>
            <a:ext cx="11384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Fu et al. (2025)</a:t>
            </a:r>
          </a:p>
        </p:txBody>
      </p:sp>
    </p:spTree>
    <p:extLst>
      <p:ext uri="{BB962C8B-B14F-4D97-AF65-F5344CB8AC3E}">
        <p14:creationId xmlns:p14="http://schemas.microsoft.com/office/powerpoint/2010/main" val="3563535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F3FEEE-D26A-DC7D-DC45-C0CDF3A75A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0" y="564734"/>
            <a:ext cx="11227619" cy="465137"/>
          </a:xfrm>
        </p:spPr>
        <p:txBody>
          <a:bodyPr>
            <a:normAutofit/>
          </a:bodyPr>
          <a:lstStyle/>
          <a:p>
            <a:r>
              <a:rPr lang="en-US" dirty="0"/>
              <a:t>Opportunity 2: AI Agent for Penalization of Automated Decisions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04622-CEA3-921A-8142-74003AFBDA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482" y="1364104"/>
            <a:ext cx="6093643" cy="4827376"/>
          </a:xfrm>
        </p:spPr>
        <p:txBody>
          <a:bodyPr/>
          <a:lstStyle/>
          <a:p>
            <a:r>
              <a:rPr lang="en-US" dirty="0"/>
              <a:t>Recent publications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Horton et al. (2024) A scalable optimization approach for equitable facility location: Methodology and transportation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Guo et al. (2024) Fairness-enhancing vehicle rebalancing in the ride-hailing system</a:t>
            </a:r>
          </a:p>
          <a:p>
            <a:r>
              <a:rPr lang="en-US" dirty="0"/>
              <a:t>The responsible restatement:</a:t>
            </a:r>
          </a:p>
          <a:p>
            <a:r>
              <a:rPr lang="en-US" b="1" dirty="0">
                <a:solidFill>
                  <a:schemeClr val="bg1"/>
                </a:solidFill>
              </a:rPr>
              <a:t>min  </a:t>
            </a:r>
            <a:r>
              <a:rPr lang="en-US" b="1" dirty="0" err="1">
                <a:solidFill>
                  <a:schemeClr val="bg1"/>
                </a:solidFill>
              </a:rPr>
              <a:t>RepositioningCost</a:t>
            </a:r>
            <a:r>
              <a:rPr lang="en-US" b="1" dirty="0">
                <a:solidFill>
                  <a:schemeClr val="bg1"/>
                </a:solidFill>
              </a:rPr>
              <a:t>(x)   </a:t>
            </a:r>
          </a:p>
          <a:p>
            <a:r>
              <a:rPr lang="en-US" b="1" dirty="0">
                <a:solidFill>
                  <a:schemeClr val="bg1"/>
                </a:solidFill>
              </a:rPr>
              <a:t>	+ λ₁ · </a:t>
            </a:r>
            <a:r>
              <a:rPr lang="en-US" b="1" dirty="0" err="1">
                <a:solidFill>
                  <a:schemeClr val="bg1"/>
                </a:solidFill>
              </a:rPr>
              <a:t>EquityPenalty</a:t>
            </a:r>
            <a:r>
              <a:rPr lang="en-US" b="1" dirty="0">
                <a:solidFill>
                  <a:schemeClr val="bg1"/>
                </a:solidFill>
              </a:rPr>
              <a:t>(x)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	+ λ₂ · </a:t>
            </a:r>
            <a:r>
              <a:rPr lang="en-US" b="1" dirty="0" err="1">
                <a:solidFill>
                  <a:schemeClr val="bg1"/>
                </a:solidFill>
              </a:rPr>
              <a:t>CarbonPenalty</a:t>
            </a:r>
            <a:r>
              <a:rPr lang="en-US" b="1" dirty="0">
                <a:solidFill>
                  <a:schemeClr val="bg1"/>
                </a:solidFill>
              </a:rPr>
              <a:t>(x)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	+ λ₃ · </a:t>
            </a:r>
            <a:r>
              <a:rPr lang="en-US" b="1" dirty="0" err="1">
                <a:solidFill>
                  <a:schemeClr val="bg1"/>
                </a:solidFill>
              </a:rPr>
              <a:t>DriverFairnessPenalty</a:t>
            </a:r>
            <a:r>
              <a:rPr lang="en-US" b="1" dirty="0">
                <a:solidFill>
                  <a:schemeClr val="bg1"/>
                </a:solidFill>
              </a:rPr>
              <a:t>(x)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	+ λ₄ · </a:t>
            </a:r>
            <a:r>
              <a:rPr lang="en-US" b="1" dirty="0" err="1">
                <a:solidFill>
                  <a:schemeClr val="bg1"/>
                </a:solidFill>
              </a:rPr>
              <a:t>AccessibilityPenalty</a:t>
            </a:r>
            <a:r>
              <a:rPr lang="en-US" b="1" dirty="0">
                <a:solidFill>
                  <a:schemeClr val="bg1"/>
                </a:solidFill>
              </a:rPr>
              <a:t>(x)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/>
              <a:t>where λ are a transparent, regulator-set policy parameter.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375B49-DAAC-4F71-E30B-FD2E1402F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2317" y="1364104"/>
            <a:ext cx="5659683" cy="482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49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F3FEEE-D26A-DC7D-DC45-C0CDF3A75A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0" y="564734"/>
            <a:ext cx="11189520" cy="465137"/>
          </a:xfrm>
        </p:spPr>
        <p:txBody>
          <a:bodyPr>
            <a:normAutofit/>
          </a:bodyPr>
          <a:lstStyle/>
          <a:p>
            <a:r>
              <a:rPr lang="en-US" dirty="0"/>
              <a:t>Opportunity 3: AI Agent as a Researcher's Bias Auditor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04622-CEA3-921A-8142-74003AFBDA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481" y="1364104"/>
            <a:ext cx="7597233" cy="4769996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Challenge: </a:t>
            </a:r>
            <a:r>
              <a:rPr lang="en-US" b="1" dirty="0"/>
              <a:t>traditional research suffers from cognitive biases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Confirmation bias, optimism bias, anchoring 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 </a:t>
            </a:r>
            <a:r>
              <a:rPr lang="en-US" dirty="0"/>
              <a:t>Case:</a:t>
            </a:r>
            <a:r>
              <a:rPr lang="lv-LV" dirty="0"/>
              <a:t> </a:t>
            </a:r>
            <a:r>
              <a:rPr lang="en-GB" b="1" dirty="0"/>
              <a:t>Cascade of confirming literature reviews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Flyvbjerg (2002) </a:t>
            </a:r>
            <a:r>
              <a:rPr lang="en-US" b="1" dirty="0">
                <a:solidFill>
                  <a:srgbClr val="C00000"/>
                </a:solidFill>
              </a:rPr>
              <a:t>assumed</a:t>
            </a:r>
            <a:r>
              <a:rPr lang="en-US" dirty="0"/>
              <a:t> optimism bias in rail infrastructure projects</a:t>
            </a:r>
            <a:br>
              <a:rPr lang="en-US" b="1" dirty="0"/>
            </a:br>
            <a:r>
              <a:rPr lang="en-US" dirty="0"/>
              <a:t>9 of </a:t>
            </a:r>
            <a:r>
              <a:rPr lang="en-US"/>
              <a:t>10 projects </a:t>
            </a:r>
            <a:r>
              <a:rPr lang="en-US" dirty="0"/>
              <a:t>overestimate demand, +106%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Flyvbjerg (2002) </a:t>
            </a:r>
            <a:br>
              <a:rPr lang="en-GB" dirty="0"/>
            </a:br>
            <a:r>
              <a:rPr lang="en-GB" dirty="0">
                <a:sym typeface="Wingdings" panose="05000000000000000000" pitchFamily="2" charset="2"/>
              </a:rPr>
              <a:t> </a:t>
            </a:r>
            <a:r>
              <a:rPr lang="en-GB" dirty="0"/>
              <a:t>cited by Flyvbjerg et al. (2003, 2004, 2005...) </a:t>
            </a:r>
            <a:br>
              <a:rPr lang="en-GB" dirty="0"/>
            </a:br>
            <a:r>
              <a:rPr lang="en-GB" dirty="0">
                <a:sym typeface="Wingdings" panose="05000000000000000000" pitchFamily="2" charset="2"/>
              </a:rPr>
              <a:t> </a:t>
            </a:r>
            <a:r>
              <a:rPr lang="en-GB" dirty="0"/>
              <a:t>cited by </a:t>
            </a:r>
            <a:r>
              <a:rPr lang="en-GB" dirty="0" err="1"/>
              <a:t>Cantarelli</a:t>
            </a:r>
            <a:r>
              <a:rPr lang="en-GB" dirty="0"/>
              <a:t> et al. (2010, 2012...) </a:t>
            </a:r>
            <a:br>
              <a:rPr lang="en-GB" dirty="0"/>
            </a:br>
            <a:r>
              <a:rPr lang="en-GB" dirty="0">
                <a:sym typeface="Wingdings" panose="05000000000000000000" pitchFamily="2" charset="2"/>
              </a:rPr>
              <a:t> </a:t>
            </a:r>
            <a:r>
              <a:rPr lang="en-GB" dirty="0"/>
              <a:t>cited by Country replication studies (Dutch, Italian, Norwegian...)</a:t>
            </a:r>
            <a:br>
              <a:rPr lang="en-GB" dirty="0"/>
            </a:br>
            <a:r>
              <a:rPr lang="en-GB" dirty="0">
                <a:sym typeface="Wingdings" panose="05000000000000000000" pitchFamily="2" charset="2"/>
              </a:rPr>
              <a:t> </a:t>
            </a:r>
            <a:r>
              <a:rPr lang="en-GB" dirty="0"/>
              <a:t>cited by Policy documents (UK Dept. for Transport, World Bank...) </a:t>
            </a:r>
            <a:br>
              <a:rPr lang="en-GB" dirty="0"/>
            </a:br>
            <a:r>
              <a:rPr lang="en-GB" dirty="0">
                <a:sym typeface="Wingdings" panose="05000000000000000000" pitchFamily="2" charset="2"/>
              </a:rPr>
              <a:t> </a:t>
            </a:r>
            <a:r>
              <a:rPr lang="en-GB" dirty="0"/>
              <a:t>cited by new researchers</a:t>
            </a:r>
            <a:endParaRPr lang="en-US" dirty="0"/>
          </a:p>
          <a:p>
            <a:r>
              <a:rPr lang="en-US" b="1" dirty="0">
                <a:solidFill>
                  <a:schemeClr val="bg1"/>
                </a:solidFill>
              </a:rPr>
              <a:t>Opportunity: </a:t>
            </a:r>
            <a:r>
              <a:rPr lang="en-US" dirty="0"/>
              <a:t>AI as a Researcher’s Bias Auditor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7EB525-04A6-6ED4-EB09-9BDD75B5A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174" y="2750718"/>
            <a:ext cx="2781589" cy="347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491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F3FEEE-D26A-DC7D-DC45-C0CDF3A75A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481" y="564734"/>
            <a:ext cx="10608494" cy="465137"/>
          </a:xfrm>
        </p:spPr>
        <p:txBody>
          <a:bodyPr>
            <a:normAutofit/>
          </a:bodyPr>
          <a:lstStyle/>
          <a:p>
            <a:r>
              <a:rPr lang="en-US" dirty="0"/>
              <a:t>Opportunity 3: AI Agent as a Researcher's Bias Auditor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04622-CEA3-921A-8142-74003AFBDA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481" y="1364104"/>
            <a:ext cx="6979469" cy="4482059"/>
          </a:xfrm>
        </p:spPr>
        <p:txBody>
          <a:bodyPr/>
          <a:lstStyle/>
          <a:p>
            <a:r>
              <a:rPr lang="en-US" dirty="0"/>
              <a:t>AI Agent as Researcher’s Bias Auditor: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a systematic 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research outputs (papers, report, deliverables)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Validate statements and references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Flag biases and cherry-picking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Example AI agent is available at the </a:t>
            </a:r>
            <a:r>
              <a:rPr lang="en-US" b="1" dirty="0"/>
              <a:t>presentation repository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60646-1AC1-C6FF-807E-5D1DE1237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276" y="1193610"/>
            <a:ext cx="4170824" cy="499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38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0F6DD-39CE-61E3-395B-1716E277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01F5C-D7A5-68A3-6836-E357F65B57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1479" y="1905000"/>
            <a:ext cx="6593577" cy="1970499"/>
          </a:xfrm>
        </p:spPr>
        <p:txBody>
          <a:bodyPr/>
          <a:lstStyle/>
          <a:p>
            <a:r>
              <a:rPr lang="en-GB" dirty="0"/>
              <a:t>Final Remark</a:t>
            </a:r>
          </a:p>
        </p:txBody>
      </p:sp>
    </p:spTree>
    <p:extLst>
      <p:ext uri="{BB962C8B-B14F-4D97-AF65-F5344CB8AC3E}">
        <p14:creationId xmlns:p14="http://schemas.microsoft.com/office/powerpoint/2010/main" val="2433034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A259D8-E9B1-47A4-A928-D08CE5AC39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Final Remark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748D8-F0C2-B1F8-2138-1C75A3E605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481" y="1364104"/>
            <a:ext cx="11085837" cy="4816292"/>
          </a:xfrm>
        </p:spPr>
        <p:txBody>
          <a:bodyPr/>
          <a:lstStyle/>
          <a:p>
            <a:r>
              <a:rPr lang="en-US" b="1" dirty="0"/>
              <a:t>What we showed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Transportation is an ideal yet still untapped domain for AI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Responsibility is not a constraint on AI agents – it is a design dimension; oversight may flow both 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Perspective patterns: AI compliance officers, bias auditor, and AI-controlled optimization</a:t>
            </a:r>
          </a:p>
          <a:p>
            <a:endParaRPr lang="en-US" dirty="0"/>
          </a:p>
          <a:p>
            <a:r>
              <a:rPr lang="en-US" b="1" dirty="0"/>
              <a:t>Emerging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Acceptance and informal standards for AI agent use in transportation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Reproducible, peer-reviewed transportation research generated autonomously by AI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289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7003-A5F4-42EF-19DF-900DD39BD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4096" y="1957138"/>
            <a:ext cx="5519918" cy="1471862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5B81F2-18C8-4EB1-26CA-4374FF9C8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550" y="229906"/>
            <a:ext cx="1876425" cy="19016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C92C59-A798-FE64-BA11-08D60354B0D2}"/>
              </a:ext>
            </a:extLst>
          </p:cNvPr>
          <p:cNvSpPr txBox="1"/>
          <p:nvPr/>
        </p:nvSpPr>
        <p:spPr>
          <a:xfrm>
            <a:off x="9915525" y="2131575"/>
            <a:ext cx="2143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Presentation Repository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33A20-DE8E-B089-2B85-226DEDC81D6E}"/>
              </a:ext>
            </a:extLst>
          </p:cNvPr>
          <p:cNvSpPr txBox="1"/>
          <p:nvPr/>
        </p:nvSpPr>
        <p:spPr>
          <a:xfrm>
            <a:off x="66796" y="5601473"/>
            <a:ext cx="70483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Contact details:</a:t>
            </a:r>
          </a:p>
          <a:p>
            <a:r>
              <a:rPr lang="en-US" dirty="0">
                <a:solidFill>
                  <a:schemeClr val="accent1"/>
                </a:solidFill>
              </a:rPr>
              <a:t>Dmitry Pavlyuk,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Transport and Telecommunication Institute, Latvia</a:t>
            </a:r>
          </a:p>
          <a:p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Dmitry.Pavlyuk@tsi.lv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https://www.linkedin.com/in/dmitry-pavlyuk/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8166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TRA">
      <a:dk1>
        <a:srgbClr val="363794"/>
      </a:dk1>
      <a:lt1>
        <a:srgbClr val="4DBC93"/>
      </a:lt1>
      <a:dk2>
        <a:srgbClr val="363794"/>
      </a:dk2>
      <a:lt2>
        <a:srgbClr val="4DBC93"/>
      </a:lt2>
      <a:accent1>
        <a:srgbClr val="FFFFFF"/>
      </a:accent1>
      <a:accent2>
        <a:srgbClr val="4DBC93"/>
      </a:accent2>
      <a:accent3>
        <a:srgbClr val="82D0B2"/>
      </a:accent3>
      <a:accent4>
        <a:srgbClr val="8181D1"/>
      </a:accent4>
      <a:accent5>
        <a:srgbClr val="BFBFBF"/>
      </a:accent5>
      <a:accent6>
        <a:srgbClr val="82D0B2"/>
      </a:accent6>
      <a:hlink>
        <a:srgbClr val="F2F2F2"/>
      </a:hlink>
      <a:folHlink>
        <a:srgbClr val="7820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3954</TotalTime>
  <Words>1286</Words>
  <Application>Microsoft Office PowerPoint</Application>
  <PresentationFormat>Widescreen</PresentationFormat>
  <Paragraphs>188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Wingdings</vt:lpstr>
      <vt:lpstr>Arial Black</vt:lpstr>
      <vt:lpstr>Arial</vt:lpstr>
      <vt:lpstr>Nunito Sans Black</vt:lpstr>
      <vt:lpstr>Aptos</vt:lpstr>
      <vt:lpstr>Office-téma</vt:lpstr>
      <vt:lpstr>Responsible AI Agents in Transportation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Zsuzsanna</dc:creator>
  <cp:lastModifiedBy>Dmitry Pavlyuk</cp:lastModifiedBy>
  <cp:revision>70</cp:revision>
  <dcterms:created xsi:type="dcterms:W3CDTF">2026-01-05T09:08:05Z</dcterms:created>
  <dcterms:modified xsi:type="dcterms:W3CDTF">2026-05-07T09:11:39Z</dcterms:modified>
</cp:coreProperties>
</file>